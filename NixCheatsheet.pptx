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063B589-4539-784D-9E65-0C2964825575}" v="38" dt="2025-07-05T22:39:06.81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16" d="100"/>
          <a:sy n="116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cClelland, Dave J" userId="80335f38-316f-4186-be39-79101bd84ff3" providerId="ADAL" clId="{4DB91CE2-FE25-AC41-B7E7-71B7260E7152}"/>
    <pc:docChg chg="undo custSel addSld modSld">
      <pc:chgData name="McClelland, Dave J" userId="80335f38-316f-4186-be39-79101bd84ff3" providerId="ADAL" clId="{4DB91CE2-FE25-AC41-B7E7-71B7260E7152}" dt="2025-05-04T15:33:58.741" v="405" actId="20577"/>
      <pc:docMkLst>
        <pc:docMk/>
      </pc:docMkLst>
      <pc:sldChg chg="modSp add mod">
        <pc:chgData name="McClelland, Dave J" userId="80335f38-316f-4186-be39-79101bd84ff3" providerId="ADAL" clId="{4DB91CE2-FE25-AC41-B7E7-71B7260E7152}" dt="2025-04-24T00:57:56.827" v="226" actId="20577"/>
        <pc:sldMkLst>
          <pc:docMk/>
          <pc:sldMk cId="4110669895" sldId="257"/>
        </pc:sldMkLst>
        <pc:spChg chg="mod">
          <ac:chgData name="McClelland, Dave J" userId="80335f38-316f-4186-be39-79101bd84ff3" providerId="ADAL" clId="{4DB91CE2-FE25-AC41-B7E7-71B7260E7152}" dt="2025-04-24T00:53:28.347" v="36" actId="20577"/>
          <ac:spMkLst>
            <pc:docMk/>
            <pc:sldMk cId="4110669895" sldId="257"/>
            <ac:spMk id="5" creationId="{AC15F5A9-1B37-A55A-99D6-8014F28CF1A3}"/>
          </ac:spMkLst>
        </pc:spChg>
        <pc:graphicFrameChg chg="mod modGraphic">
          <ac:chgData name="McClelland, Dave J" userId="80335f38-316f-4186-be39-79101bd84ff3" providerId="ADAL" clId="{4DB91CE2-FE25-AC41-B7E7-71B7260E7152}" dt="2025-04-24T00:57:56.827" v="226" actId="20577"/>
          <ac:graphicFrameMkLst>
            <pc:docMk/>
            <pc:sldMk cId="4110669895" sldId="257"/>
            <ac:graphicFrameMk id="4" creationId="{CEFDF352-47E9-6BC6-D2C5-0D09612BF884}"/>
          </ac:graphicFrameMkLst>
        </pc:graphicFrameChg>
      </pc:sldChg>
      <pc:sldChg chg="addSp delSp modSp add mod">
        <pc:chgData name="McClelland, Dave J" userId="80335f38-316f-4186-be39-79101bd84ff3" providerId="ADAL" clId="{4DB91CE2-FE25-AC41-B7E7-71B7260E7152}" dt="2025-05-04T15:33:58.741" v="405" actId="20577"/>
        <pc:sldMkLst>
          <pc:docMk/>
          <pc:sldMk cId="3173637466" sldId="258"/>
        </pc:sldMkLst>
        <pc:spChg chg="mod">
          <ac:chgData name="McClelland, Dave J" userId="80335f38-316f-4186-be39-79101bd84ff3" providerId="ADAL" clId="{4DB91CE2-FE25-AC41-B7E7-71B7260E7152}" dt="2025-04-28T20:19:28.371" v="266" actId="14100"/>
          <ac:spMkLst>
            <pc:docMk/>
            <pc:sldMk cId="3173637466" sldId="258"/>
            <ac:spMk id="5" creationId="{7AA5E343-ED1C-D9EF-ABE6-8AA4BDE14A95}"/>
          </ac:spMkLst>
        </pc:spChg>
        <pc:graphicFrameChg chg="mod modGraphic">
          <ac:chgData name="McClelland, Dave J" userId="80335f38-316f-4186-be39-79101bd84ff3" providerId="ADAL" clId="{4DB91CE2-FE25-AC41-B7E7-71B7260E7152}" dt="2025-05-04T15:33:58.741" v="405" actId="20577"/>
          <ac:graphicFrameMkLst>
            <pc:docMk/>
            <pc:sldMk cId="3173637466" sldId="258"/>
            <ac:graphicFrameMk id="4" creationId="{5702CD46-0365-7140-1DA7-D7B5A8391280}"/>
          </ac:graphicFrameMkLst>
        </pc:graphicFrameChg>
      </pc:sldChg>
    </pc:docChg>
  </pc:docChgLst>
  <pc:docChgLst>
    <pc:chgData name="McClelland, Dave J" userId="80335f38-316f-4186-be39-79101bd84ff3" providerId="ADAL" clId="{8063B589-4539-784D-9E65-0C2964825575}"/>
    <pc:docChg chg="custSel addSld modSld">
      <pc:chgData name="McClelland, Dave J" userId="80335f38-316f-4186-be39-79101bd84ff3" providerId="ADAL" clId="{8063B589-4539-784D-9E65-0C2964825575}" dt="2025-07-05T22:39:06.819" v="392"/>
      <pc:docMkLst>
        <pc:docMk/>
      </pc:docMkLst>
      <pc:sldChg chg="addSp modSp add mod">
        <pc:chgData name="McClelland, Dave J" userId="80335f38-316f-4186-be39-79101bd84ff3" providerId="ADAL" clId="{8063B589-4539-784D-9E65-0C2964825575}" dt="2025-07-05T22:39:06.819" v="392"/>
        <pc:sldMkLst>
          <pc:docMk/>
          <pc:sldMk cId="4079580491" sldId="259"/>
        </pc:sldMkLst>
        <pc:spChg chg="mod">
          <ac:chgData name="McClelland, Dave J" userId="80335f38-316f-4186-be39-79101bd84ff3" providerId="ADAL" clId="{8063B589-4539-784D-9E65-0C2964825575}" dt="2025-07-05T22:35:23.536" v="375" actId="14100"/>
          <ac:spMkLst>
            <pc:docMk/>
            <pc:sldMk cId="4079580491" sldId="259"/>
            <ac:spMk id="5" creationId="{0A1EA293-8EA3-84F0-40EA-302FE5773674}"/>
          </ac:spMkLst>
        </pc:spChg>
        <pc:graphicFrameChg chg="mod modGraphic">
          <ac:chgData name="McClelland, Dave J" userId="80335f38-316f-4186-be39-79101bd84ff3" providerId="ADAL" clId="{8063B589-4539-784D-9E65-0C2964825575}" dt="2025-07-05T22:39:06.819" v="392"/>
          <ac:graphicFrameMkLst>
            <pc:docMk/>
            <pc:sldMk cId="4079580491" sldId="259"/>
            <ac:graphicFrameMk id="4" creationId="{D7E83734-7247-4AD3-442D-73028586D430}"/>
          </ac:graphicFrameMkLst>
        </pc:graphicFrameChg>
        <pc:picChg chg="add mod">
          <ac:chgData name="McClelland, Dave J" userId="80335f38-316f-4186-be39-79101bd84ff3" providerId="ADAL" clId="{8063B589-4539-784D-9E65-0C2964825575}" dt="2025-07-05T22:36:51.196" v="383" actId="1076"/>
          <ac:picMkLst>
            <pc:docMk/>
            <pc:sldMk cId="4079580491" sldId="259"/>
            <ac:picMk id="2" creationId="{0CDC3825-9E59-2598-ED4F-E5BCA943C711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8FED4-EB65-66DF-4AED-FE51AED92C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D23B98-EA5F-5ECF-1AC9-D6DFB4D91F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C03CDB-CB33-2EDA-F28D-697FF2974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BF2D97-B9A3-FD43-9FCF-4BCA598CE446}" type="datetimeFigureOut">
              <a:rPr lang="en-US" smtClean="0"/>
              <a:t>7/5/25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5F6890-4655-97A2-8217-2FE58D384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CE01D3-19DF-53A6-B4CE-2489ED329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5BF24-C12D-854F-8CF4-AADA03948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5571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B8F42-28D8-3C3D-A96A-CD3068E4C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30BCA8-3BE7-EEE5-DA53-7B0EA349CB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136335-070F-A0C4-0240-D3C1324AE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BF2D97-B9A3-FD43-9FCF-4BCA598CE446}" type="datetimeFigureOut">
              <a:rPr lang="en-US" smtClean="0"/>
              <a:t>7/5/25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7D262B-8836-5D21-CE6F-6389636A9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171490-9025-9115-A695-FB6805BEA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5BF24-C12D-854F-8CF4-AADA03948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2901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3847B-A7BE-ACF7-EB3E-8DA95CB0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2CF629-86C8-AFFC-3E62-7D55C98068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F8A473-D1C2-D295-3869-112843542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BF2D97-B9A3-FD43-9FCF-4BCA598CE446}" type="datetimeFigureOut">
              <a:rPr lang="en-US" smtClean="0"/>
              <a:t>7/5/25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2FBF5-BA1E-070D-AAC8-EF8E8852A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C57D27-3E0F-648B-3F89-5D1C310E7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5BF24-C12D-854F-8CF4-AADA03948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8236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E640E-D529-B1E4-92AD-98C16396F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2FA61F-4D80-F3A1-788F-4FD34F3571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609B62-8708-80FF-6F45-4D4C716CDB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1EF5ED-D90C-1C9F-661C-6320B7B61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BF2D97-B9A3-FD43-9FCF-4BCA598CE446}" type="datetimeFigureOut">
              <a:rPr lang="en-US" smtClean="0"/>
              <a:t>7/5/25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59501F-DDA3-D78A-043B-02870FFC0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C34CE3-14D3-91F1-42F5-4A982C838A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5BF24-C12D-854F-8CF4-AADA03948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366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D31B5D-2528-524D-B3D4-FA5709BC0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43046C-69F6-552D-3D62-A73DFD6B9B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515AE9-E4DA-F7E9-0FD0-CD2D8CFD89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B14386-3B9F-0A66-E969-548EE1BD89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DDC46E-DFFB-7BE4-0AB7-220DBB0AB2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C66067-0107-F924-BD9D-C6B039F1A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BF2D97-B9A3-FD43-9FCF-4BCA598CE446}" type="datetimeFigureOut">
              <a:rPr lang="en-US" smtClean="0"/>
              <a:t>7/5/25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239841-DB50-F164-670F-A588FE9F52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5B91A8-1BF5-3E45-DA2E-615F8E42A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5BF24-C12D-854F-8CF4-AADA03948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9700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4C7FDD-F7FD-9623-7435-5E426D0C9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0593C1-B83D-965D-32D1-05AB13659A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BF2D97-B9A3-FD43-9FCF-4BCA598CE446}" type="datetimeFigureOut">
              <a:rPr lang="en-US" smtClean="0"/>
              <a:t>7/5/25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478DB8-17A9-1A40-2DCB-71FC265AE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2C78F6-2F5E-2B24-4212-8EAEBEA89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5BF24-C12D-854F-8CF4-AADA03948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405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4C93885-3F74-9556-EEE9-E7C2B4696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BF2D97-B9A3-FD43-9FCF-4BCA598CE446}" type="datetimeFigureOut">
              <a:rPr lang="en-US" smtClean="0"/>
              <a:t>7/5/25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D6C8B8-50B8-2916-D002-6A8F21F61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543EA3-0F3E-76EA-3099-0BE88096F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5BF24-C12D-854F-8CF4-AADA03948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686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F32B8-61FB-24A8-0AA4-C720B9007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355AB-730E-D679-2714-EA066A1E33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35B3D3-0FEE-984C-E630-359C61AF05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34C0B5-AB73-4FCE-5618-F22A8D7F3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BF2D97-B9A3-FD43-9FCF-4BCA598CE446}" type="datetimeFigureOut">
              <a:rPr lang="en-US" smtClean="0"/>
              <a:t>7/5/25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B750C1-DE49-12C6-1EF5-33FE590CE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7687D9-4788-DA55-605F-E4A36EA62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5BF24-C12D-854F-8CF4-AADA03948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6337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F56E4-6572-44AA-3A88-45D4FE2B7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47E7AC-2C06-B153-EC11-A50D5AB5F3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1BB59E-7D51-A5A1-C714-31F5865169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670E06-2BA4-FD4F-B41C-0ECCDC618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BF2D97-B9A3-FD43-9FCF-4BCA598CE446}" type="datetimeFigureOut">
              <a:rPr lang="en-US" smtClean="0"/>
              <a:t>7/5/25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BAFBFD-80E0-DB3D-7FDE-98834F2C9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66E8F-2BCF-A762-16E4-9FE221BF5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5BF24-C12D-854F-8CF4-AADA03948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2195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B1CC2-D449-BA93-1B77-5442EAF30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1BE8F4-8D12-F42D-C2C1-C0A8C5528C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B61171-D456-39DF-9E24-732BF27FA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BF2D97-B9A3-FD43-9FCF-4BCA598CE446}" type="datetimeFigureOut">
              <a:rPr lang="en-US" smtClean="0"/>
              <a:t>7/5/25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012357-BE6A-8970-A3AA-F8053DEDA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445F26-1CF1-690D-7A58-C7B823794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5BF24-C12D-854F-8CF4-AADA03948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6644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306762E-85B9-4146-EF65-C4A1C68867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6DBA8D-72C5-4199-3257-CFA0EC3E04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8A7454-6620-4466-C426-7A8488DCBA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BF2D97-B9A3-FD43-9FCF-4BCA598CE446}" type="datetimeFigureOut">
              <a:rPr lang="en-US" smtClean="0"/>
              <a:t>7/5/25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0EC44A-BA5A-193C-83F0-D9C51A828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7E7EB2-71C9-9AD9-ADBB-A7F3EDF4E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5BF24-C12D-854F-8CF4-AADA03948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3285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D0086B-0D4C-A605-8E2D-4E8A3CD3F8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C59D5-0E0C-F3C9-200F-A903BDD0AA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B69B3D-71CF-1986-0D1D-94F4E85538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BF2D97-B9A3-FD43-9FCF-4BCA598CE446}" type="datetimeFigureOut">
              <a:rPr lang="en-US" smtClean="0"/>
              <a:t>7/5/25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B242E3-B94A-5954-6E2F-C8F6B58A9A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484742-A5B6-74F7-B2BB-50AC50AF7C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35BF24-C12D-854F-8CF4-AADA039484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4813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0142BC2-77C6-E83E-FB6D-4433A2663D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2107109"/>
              </p:ext>
            </p:extLst>
          </p:nvPr>
        </p:nvGraphicFramePr>
        <p:xfrm>
          <a:off x="2032000" y="719666"/>
          <a:ext cx="8127999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04395">
                  <a:extLst>
                    <a:ext uri="{9D8B030D-6E8A-4147-A177-3AD203B41FA5}">
                      <a16:colId xmlns:a16="http://schemas.microsoft.com/office/drawing/2014/main" val="3063463804"/>
                    </a:ext>
                  </a:extLst>
                </a:gridCol>
                <a:gridCol w="2093205">
                  <a:extLst>
                    <a:ext uri="{9D8B030D-6E8A-4147-A177-3AD203B41FA5}">
                      <a16:colId xmlns:a16="http://schemas.microsoft.com/office/drawing/2014/main" val="3379379014"/>
                    </a:ext>
                  </a:extLst>
                </a:gridCol>
                <a:gridCol w="1930399">
                  <a:extLst>
                    <a:ext uri="{9D8B030D-6E8A-4147-A177-3AD203B41FA5}">
                      <a16:colId xmlns:a16="http://schemas.microsoft.com/office/drawing/2014/main" val="92673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To 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Zsh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Finder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33235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Set timestamp to “now” recursively inclusive of current 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Touch **/**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 supported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90651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Return to root from anywhere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83155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Root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Cd ~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41823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5615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4803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706076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933FB72-9BF7-54F0-B2D4-E5D008A6DAE7}"/>
              </a:ext>
            </a:extLst>
          </p:cNvPr>
          <p:cNvSpPr txBox="1"/>
          <p:nvPr/>
        </p:nvSpPr>
        <p:spPr>
          <a:xfrm>
            <a:off x="4913523" y="198304"/>
            <a:ext cx="2291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*NIX Cheatsheet</a:t>
            </a:r>
          </a:p>
        </p:txBody>
      </p:sp>
    </p:spTree>
    <p:extLst>
      <p:ext uri="{BB962C8B-B14F-4D97-AF65-F5344CB8AC3E}">
        <p14:creationId xmlns:p14="http://schemas.microsoft.com/office/powerpoint/2010/main" val="12284176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0A3723-33D9-45E2-8679-9C520EEAD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EFDF352-47E9-6BC6-D2C5-0D09612BF8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6748905"/>
              </p:ext>
            </p:extLst>
          </p:nvPr>
        </p:nvGraphicFramePr>
        <p:xfrm>
          <a:off x="2032000" y="719666"/>
          <a:ext cx="8127999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2029">
                  <a:extLst>
                    <a:ext uri="{9D8B030D-6E8A-4147-A177-3AD203B41FA5}">
                      <a16:colId xmlns:a16="http://schemas.microsoft.com/office/drawing/2014/main" val="3063463804"/>
                    </a:ext>
                  </a:extLst>
                </a:gridCol>
                <a:gridCol w="2203373">
                  <a:extLst>
                    <a:ext uri="{9D8B030D-6E8A-4147-A177-3AD203B41FA5}">
                      <a16:colId xmlns:a16="http://schemas.microsoft.com/office/drawing/2014/main" val="3379379014"/>
                    </a:ext>
                  </a:extLst>
                </a:gridCol>
                <a:gridCol w="2712597">
                  <a:extLst>
                    <a:ext uri="{9D8B030D-6E8A-4147-A177-3AD203B41FA5}">
                      <a16:colId xmlns:a16="http://schemas.microsoft.com/office/drawing/2014/main" val="92673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To: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Win/Lin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33235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Rotate Camera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Alt + drag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Opt</a:t>
                      </a:r>
                      <a:r>
                        <a:rPr lang="en-US" dirty="0"/>
                        <a:t> or </a:t>
                      </a:r>
                      <a:r>
                        <a:rPr lang="en-US" dirty="0" err="1"/>
                        <a:t>Cmd</a:t>
                      </a:r>
                      <a:r>
                        <a:rPr lang="en-US" dirty="0"/>
                        <a:t> + drag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90651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Track Camera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Alt + Middle drag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Opt</a:t>
                      </a:r>
                      <a:r>
                        <a:rPr lang="en-US" dirty="0"/>
                        <a:t> or </a:t>
                      </a:r>
                      <a:r>
                        <a:rPr lang="en-US" dirty="0" err="1"/>
                        <a:t>Cmd</a:t>
                      </a:r>
                      <a:r>
                        <a:rPr lang="en-US" dirty="0"/>
                        <a:t> + middle drag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83155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Dolly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Alt + R Drag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Opt</a:t>
                      </a:r>
                      <a:r>
                        <a:rPr lang="en-US" dirty="0"/>
                        <a:t> or </a:t>
                      </a:r>
                      <a:r>
                        <a:rPr lang="en-US" dirty="0" err="1"/>
                        <a:t>Cmd</a:t>
                      </a:r>
                      <a:r>
                        <a:rPr lang="en-US" dirty="0"/>
                        <a:t> + Right drag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41823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5615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Frame 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4803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Wireframe display 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7060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Subdivide mesh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048055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AC15F5A9-1B37-A55A-99D6-8014F28CF1A3}"/>
              </a:ext>
            </a:extLst>
          </p:cNvPr>
          <p:cNvSpPr txBox="1"/>
          <p:nvPr/>
        </p:nvSpPr>
        <p:spPr>
          <a:xfrm>
            <a:off x="4913523" y="198304"/>
            <a:ext cx="2291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Mudbox Cheatsheet</a:t>
            </a:r>
          </a:p>
        </p:txBody>
      </p:sp>
    </p:spTree>
    <p:extLst>
      <p:ext uri="{BB962C8B-B14F-4D97-AF65-F5344CB8AC3E}">
        <p14:creationId xmlns:p14="http://schemas.microsoft.com/office/powerpoint/2010/main" val="41106698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E9D19-8B03-AD4E-DF21-FFF7E0120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02CD46-0365-7140-1DA7-D7B5A8391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490198"/>
              </p:ext>
            </p:extLst>
          </p:nvPr>
        </p:nvGraphicFramePr>
        <p:xfrm>
          <a:off x="849523" y="719666"/>
          <a:ext cx="8127999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2029">
                  <a:extLst>
                    <a:ext uri="{9D8B030D-6E8A-4147-A177-3AD203B41FA5}">
                      <a16:colId xmlns:a16="http://schemas.microsoft.com/office/drawing/2014/main" val="3063463804"/>
                    </a:ext>
                  </a:extLst>
                </a:gridCol>
                <a:gridCol w="2203373">
                  <a:extLst>
                    <a:ext uri="{9D8B030D-6E8A-4147-A177-3AD203B41FA5}">
                      <a16:colId xmlns:a16="http://schemas.microsoft.com/office/drawing/2014/main" val="3379379014"/>
                    </a:ext>
                  </a:extLst>
                </a:gridCol>
                <a:gridCol w="2712597">
                  <a:extLst>
                    <a:ext uri="{9D8B030D-6E8A-4147-A177-3AD203B41FA5}">
                      <a16:colId xmlns:a16="http://schemas.microsoft.com/office/drawing/2014/main" val="92673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To: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Win/Lin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33235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Rotate Camera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Alt + drag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Opt</a:t>
                      </a:r>
                      <a:r>
                        <a:rPr lang="en-US" dirty="0"/>
                        <a:t> or </a:t>
                      </a:r>
                      <a:r>
                        <a:rPr lang="en-US" dirty="0" err="1"/>
                        <a:t>Cmd</a:t>
                      </a:r>
                      <a:r>
                        <a:rPr lang="en-US" dirty="0"/>
                        <a:t> + drag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90651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Track Camera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Alt + Middle drag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Opt</a:t>
                      </a:r>
                      <a:r>
                        <a:rPr lang="en-US" dirty="0"/>
                        <a:t> or </a:t>
                      </a:r>
                      <a:r>
                        <a:rPr lang="en-US" dirty="0" err="1"/>
                        <a:t>Cmd</a:t>
                      </a:r>
                      <a:r>
                        <a:rPr lang="en-US" dirty="0"/>
                        <a:t> + middle drag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83155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Dolly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Alt + R Drag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Opt</a:t>
                      </a:r>
                      <a:r>
                        <a:rPr lang="en-US" dirty="0"/>
                        <a:t> or </a:t>
                      </a:r>
                      <a:r>
                        <a:rPr lang="en-US" dirty="0" err="1"/>
                        <a:t>Cmd</a:t>
                      </a:r>
                      <a:r>
                        <a:rPr lang="en-US" dirty="0"/>
                        <a:t> + Right drag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41823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5615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Rotate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4803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Scale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7060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04805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Layer Left  V toggle visible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 toggle playback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T= not selectable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7467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</a:t>
                      </a:r>
                      <a:r>
                        <a:rPr lang="en-US"/>
                        <a:t>= Reference View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5742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74434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AA5E343-ED1C-D9EF-ABE6-8AA4BDE14A95}"/>
              </a:ext>
            </a:extLst>
          </p:cNvPr>
          <p:cNvSpPr txBox="1"/>
          <p:nvPr/>
        </p:nvSpPr>
        <p:spPr>
          <a:xfrm>
            <a:off x="4032172" y="231354"/>
            <a:ext cx="21923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Maya Cheatsheet</a:t>
            </a:r>
          </a:p>
        </p:txBody>
      </p:sp>
    </p:spTree>
    <p:extLst>
      <p:ext uri="{BB962C8B-B14F-4D97-AF65-F5344CB8AC3E}">
        <p14:creationId xmlns:p14="http://schemas.microsoft.com/office/powerpoint/2010/main" val="31736374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BCEF1-3C48-F350-91D8-FF18C8E07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7E83734-7247-4AD3-442D-73028586D4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1791636"/>
              </p:ext>
            </p:extLst>
          </p:nvPr>
        </p:nvGraphicFramePr>
        <p:xfrm>
          <a:off x="849522" y="719666"/>
          <a:ext cx="10163146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5993">
                  <a:extLst>
                    <a:ext uri="{9D8B030D-6E8A-4147-A177-3AD203B41FA5}">
                      <a16:colId xmlns:a16="http://schemas.microsoft.com/office/drawing/2014/main" val="3063463804"/>
                    </a:ext>
                  </a:extLst>
                </a:gridCol>
                <a:gridCol w="837014">
                  <a:extLst>
                    <a:ext uri="{9D8B030D-6E8A-4147-A177-3AD203B41FA5}">
                      <a16:colId xmlns:a16="http://schemas.microsoft.com/office/drawing/2014/main" val="3379379014"/>
                    </a:ext>
                  </a:extLst>
                </a:gridCol>
                <a:gridCol w="837014">
                  <a:extLst>
                    <a:ext uri="{9D8B030D-6E8A-4147-A177-3AD203B41FA5}">
                      <a16:colId xmlns:a16="http://schemas.microsoft.com/office/drawing/2014/main" val="981441042"/>
                    </a:ext>
                  </a:extLst>
                </a:gridCol>
                <a:gridCol w="837014">
                  <a:extLst>
                    <a:ext uri="{9D8B030D-6E8A-4147-A177-3AD203B41FA5}">
                      <a16:colId xmlns:a16="http://schemas.microsoft.com/office/drawing/2014/main" val="1885237068"/>
                    </a:ext>
                  </a:extLst>
                </a:gridCol>
                <a:gridCol w="837014">
                  <a:extLst>
                    <a:ext uri="{9D8B030D-6E8A-4147-A177-3AD203B41FA5}">
                      <a16:colId xmlns:a16="http://schemas.microsoft.com/office/drawing/2014/main" val="175681398"/>
                    </a:ext>
                  </a:extLst>
                </a:gridCol>
                <a:gridCol w="837014">
                  <a:extLst>
                    <a:ext uri="{9D8B030D-6E8A-4147-A177-3AD203B41FA5}">
                      <a16:colId xmlns:a16="http://schemas.microsoft.com/office/drawing/2014/main" val="92673911"/>
                    </a:ext>
                  </a:extLst>
                </a:gridCol>
                <a:gridCol w="928008">
                  <a:extLst>
                    <a:ext uri="{9D8B030D-6E8A-4147-A177-3AD203B41FA5}">
                      <a16:colId xmlns:a16="http://schemas.microsoft.com/office/drawing/2014/main" val="2652337313"/>
                    </a:ext>
                  </a:extLst>
                </a:gridCol>
                <a:gridCol w="760164">
                  <a:extLst>
                    <a:ext uri="{9D8B030D-6E8A-4147-A177-3AD203B41FA5}">
                      <a16:colId xmlns:a16="http://schemas.microsoft.com/office/drawing/2014/main" val="406914934"/>
                    </a:ext>
                  </a:extLst>
                </a:gridCol>
                <a:gridCol w="822869">
                  <a:extLst>
                    <a:ext uri="{9D8B030D-6E8A-4147-A177-3AD203B41FA5}">
                      <a16:colId xmlns:a16="http://schemas.microsoft.com/office/drawing/2014/main" val="409634519"/>
                    </a:ext>
                  </a:extLst>
                </a:gridCol>
                <a:gridCol w="807627">
                  <a:extLst>
                    <a:ext uri="{9D8B030D-6E8A-4147-A177-3AD203B41FA5}">
                      <a16:colId xmlns:a16="http://schemas.microsoft.com/office/drawing/2014/main" val="1288069636"/>
                    </a:ext>
                  </a:extLst>
                </a:gridCol>
                <a:gridCol w="805473">
                  <a:extLst>
                    <a:ext uri="{9D8B030D-6E8A-4147-A177-3AD203B41FA5}">
                      <a16:colId xmlns:a16="http://schemas.microsoft.com/office/drawing/2014/main" val="456097181"/>
                    </a:ext>
                  </a:extLst>
                </a:gridCol>
                <a:gridCol w="897942">
                  <a:extLst>
                    <a:ext uri="{9D8B030D-6E8A-4147-A177-3AD203B41FA5}">
                      <a16:colId xmlns:a16="http://schemas.microsoft.com/office/drawing/2014/main" val="290050563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en-US" dirty="0"/>
                        <a:t>Phase: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K2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332358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US" dirty="0"/>
                        <a:t>Sketch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Paste 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Ctrl-Y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  <a:p>
                      <a:r>
                        <a:rPr lang="en-US" sz="1800" dirty="0"/>
                        <a:t>Brush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</a:t>
                      </a:r>
                    </a:p>
                    <a:p>
                      <a:r>
                        <a:rPr lang="en-US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Undo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  <a:p>
                      <a:r>
                        <a:rPr lang="en-US" dirty="0"/>
                        <a:t>Char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Next</a:t>
                      </a:r>
                    </a:p>
                    <a:p>
                      <a:r>
                        <a:rPr lang="en-US" dirty="0"/>
                        <a:t>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Dial+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906519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US" dirty="0"/>
                        <a:t>Outline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Finder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Simplify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J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Reshape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Undo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Space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Dial+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831553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US" dirty="0"/>
                        <a:t>Fill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</a:t>
                      </a:r>
                    </a:p>
                    <a:p>
                      <a:r>
                        <a:rPr lang="en-US" sz="1400" dirty="0"/>
                        <a:t>Eye Dropper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/>
                        <a:t>AirBrush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Undo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Space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Dial+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418239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US" dirty="0"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Undo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Space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Dial+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561520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A1EA293-8EA3-84F0-40EA-302FE5773674}"/>
              </a:ext>
            </a:extLst>
          </p:cNvPr>
          <p:cNvSpPr txBox="1"/>
          <p:nvPr/>
        </p:nvSpPr>
        <p:spPr>
          <a:xfrm>
            <a:off x="849524" y="231354"/>
            <a:ext cx="10163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Drawing Tablet Cheatsheet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CDC3825-9E59-2598-ED4F-E5BCA943C7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22" y="3692946"/>
            <a:ext cx="5257800" cy="293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95804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6362</TotalTime>
  <Words>235</Words>
  <Application>Microsoft Macintosh PowerPoint</Application>
  <PresentationFormat>Widescreen</PresentationFormat>
  <Paragraphs>133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McClelland, Dave J</dc:creator>
  <cp:lastModifiedBy>McClelland, Dave J</cp:lastModifiedBy>
  <cp:revision>1</cp:revision>
  <cp:lastPrinted>2025-04-25T14:56:48Z</cp:lastPrinted>
  <dcterms:created xsi:type="dcterms:W3CDTF">2025-02-23T17:32:36Z</dcterms:created>
  <dcterms:modified xsi:type="dcterms:W3CDTF">2025-07-05T22:39:09Z</dcterms:modified>
</cp:coreProperties>
</file>