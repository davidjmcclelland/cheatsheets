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C2248-C4FF-674A-848E-2DDE2361E59D}" v="6" dt="2025-12-04T17:07:29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23" d="100"/>
          <a:sy n="123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Clelland, Dave J" userId="80335f38-316f-4186-be39-79101bd84ff3" providerId="ADAL" clId="{012DB35F-5AFE-587D-9BB2-3A50A3E0C83A}"/>
    <pc:docChg chg="custSel addSld modSld">
      <pc:chgData name="McClelland, Dave J" userId="80335f38-316f-4186-be39-79101bd84ff3" providerId="ADAL" clId="{012DB35F-5AFE-587D-9BB2-3A50A3E0C83A}" dt="2025-12-04T21:06:24.281" v="146" actId="680"/>
      <pc:docMkLst>
        <pc:docMk/>
      </pc:docMkLst>
      <pc:sldChg chg="modSp mod">
        <pc:chgData name="McClelland, Dave J" userId="80335f38-316f-4186-be39-79101bd84ff3" providerId="ADAL" clId="{012DB35F-5AFE-587D-9BB2-3A50A3E0C83A}" dt="2025-12-04T17:08:25.944" v="145" actId="2711"/>
        <pc:sldMkLst>
          <pc:docMk/>
          <pc:sldMk cId="1228417620" sldId="256"/>
        </pc:sldMkLst>
        <pc:graphicFrameChg chg="mod modGraphic">
          <ac:chgData name="McClelland, Dave J" userId="80335f38-316f-4186-be39-79101bd84ff3" providerId="ADAL" clId="{012DB35F-5AFE-587D-9BB2-3A50A3E0C83A}" dt="2025-12-04T17:08:25.944" v="145" actId="2711"/>
          <ac:graphicFrameMkLst>
            <pc:docMk/>
            <pc:sldMk cId="1228417620" sldId="256"/>
            <ac:graphicFrameMk id="4" creationId="{60142BC2-77C6-E83E-FB6D-4433A2663DFD}"/>
          </ac:graphicFrameMkLst>
        </pc:graphicFrameChg>
      </pc:sldChg>
      <pc:sldChg chg="new">
        <pc:chgData name="McClelland, Dave J" userId="80335f38-316f-4186-be39-79101bd84ff3" providerId="ADAL" clId="{012DB35F-5AFE-587D-9BB2-3A50A3E0C83A}" dt="2025-12-04T21:06:24.281" v="146" actId="680"/>
        <pc:sldMkLst>
          <pc:docMk/>
          <pc:sldMk cId="2116695153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FED4-EB65-66DF-4AED-FE51AED92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23B98-EA5F-5ECF-1AC9-D6DFB4D91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3CDB-CB33-2EDA-F28D-697FF297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F6890-4655-97A2-8217-2FE58D38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E01D3-19DF-53A6-B4CE-2489ED32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5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8F42-28D8-3C3D-A96A-CD3068E4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BCA8-3BE7-EEE5-DA53-7B0EA349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36335-070F-A0C4-0240-D3C1324A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D262B-8836-5D21-CE6F-6389636A9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71490-9025-9115-A695-FB6805BE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9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847B-A7BE-ACF7-EB3E-8DA95CB0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CF629-86C8-AFFC-3E62-7D55C9806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8A473-D1C2-D295-3869-11284354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2FBF5-BA1E-070D-AAC8-EF8E8852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57D27-3E0F-648B-3F89-5D1C310E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2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640E-D529-B1E4-92AD-98C16396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A61F-4D80-F3A1-788F-4FD34F357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9B62-8708-80FF-6F45-4D4C716CD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EF5ED-D90C-1C9F-661C-6320B7B6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9501F-DDA3-D78A-043B-02870FFC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34CE3-14D3-91F1-42F5-4A982C83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6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1B5D-2528-524D-B3D4-FA5709BC0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3046C-69F6-552D-3D62-A73DFD6B9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15AE9-E4DA-F7E9-0FD0-CD2D8CFD8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14386-3B9F-0A66-E969-548EE1BD8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DC46E-DFFB-7BE4-0AB7-220DBB0AB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C66067-0107-F924-BD9D-C6B039F1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39841-DB50-F164-670F-A588FE9F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B91A8-1BF5-3E45-DA2E-615F8E42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7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7FDD-F7FD-9623-7435-5E426D0C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593C1-B83D-965D-32D1-05AB1365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78DB8-17A9-1A40-2DCB-71FC265A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C78F6-2F5E-2B24-4212-8EAEBEA8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0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C93885-3F74-9556-EEE9-E7C2B469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6C8B8-50B8-2916-D002-6A8F21F6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43EA3-0F3E-76EA-3099-0BE88096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8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32B8-61FB-24A8-0AA4-C720B900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355AB-730E-D679-2714-EA066A1E3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5B3D3-0FEE-984C-E630-359C61AF0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4C0B5-AB73-4FCE-5618-F22A8D7F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750C1-DE49-12C6-1EF5-33FE590C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687D9-4788-DA55-605F-E4A36EA6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3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56E4-6572-44AA-3A88-45D4FE2B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7E7AC-2C06-B153-EC11-A50D5AB5F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BB59E-7D51-A5A1-C714-31F586516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70E06-2BA4-FD4F-B41C-0ECCDC61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FBFD-80E0-DB3D-7FDE-98834F2C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66E8F-2BCF-A762-16E4-9FE221BF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1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1CC2-D449-BA93-1B77-5442EAF3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BE8F4-8D12-F42D-C2C1-C0A8C5528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1171-D456-39DF-9E24-732BF27F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2357-BE6A-8970-A3AA-F8053DED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45F26-1CF1-690D-7A58-C7B82379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6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06762E-85B9-4146-EF65-C4A1C6886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DBA8D-72C5-4199-3257-CFA0EC3E0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A7454-6620-4466-C426-7A8488DC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EC44A-BA5A-193C-83F0-D9C51A82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E7EB2-71C9-9AD9-ADBB-A7F3EDF4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0086B-0D4C-A605-8E2D-4E8A3CD3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C59D5-0E0C-F3C9-200F-A903BDD0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69B3D-71CF-1986-0D1D-94F4E8553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F2D97-B9A3-FD43-9FCF-4BCA598CE4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42E3-B94A-5954-6E2F-C8F6B58A9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84742-A5B6-74F7-B2BB-50AC50AF7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5BF24-C12D-854F-8CF4-AADA03948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81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142BC2-77C6-E83E-FB6D-4433A2663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94479"/>
              </p:ext>
            </p:extLst>
          </p:nvPr>
        </p:nvGraphicFramePr>
        <p:xfrm>
          <a:off x="2032000" y="719666"/>
          <a:ext cx="812799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4395">
                  <a:extLst>
                    <a:ext uri="{9D8B030D-6E8A-4147-A177-3AD203B41FA5}">
                      <a16:colId xmlns:a16="http://schemas.microsoft.com/office/drawing/2014/main" val="3063463804"/>
                    </a:ext>
                  </a:extLst>
                </a:gridCol>
                <a:gridCol w="2093205">
                  <a:extLst>
                    <a:ext uri="{9D8B030D-6E8A-4147-A177-3AD203B41FA5}">
                      <a16:colId xmlns:a16="http://schemas.microsoft.com/office/drawing/2014/main" val="3379379014"/>
                    </a:ext>
                  </a:extLst>
                </a:gridCol>
                <a:gridCol w="1930399">
                  <a:extLst>
                    <a:ext uri="{9D8B030D-6E8A-4147-A177-3AD203B41FA5}">
                      <a16:colId xmlns:a16="http://schemas.microsoft.com/office/drawing/2014/main" val="92673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Zsh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32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 timestamp to “now” recursively inclusive of current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Touch **/**</a:t>
                      </a:r>
                    </a:p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supported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6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Return to root from anywhere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31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 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8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Current folder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pwd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6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Fuzzy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fzf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0360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fzf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--style full \</a:t>
                      </a:r>
                      <a:b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--preview '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fzf-preview.sh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{}' --bind '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focus:transform-header:file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--brief {}'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06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tldr</a:t>
                      </a:r>
                      <a:r>
                        <a:rPr lang="en-US" dirty="0"/>
                        <a:t> is 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man</a:t>
                      </a:r>
                      <a:r>
                        <a:rPr lang="en-US" dirty="0"/>
                        <a:t> on a diet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738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Alias: 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aliases aren't persistent by default, and you'll need to add them to your shell's configuration file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58286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update = "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apt update &amp;&amp;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apt upgrade -y"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276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Systemd</a:t>
                      </a:r>
                      <a:r>
                        <a:rPr lang="en-US" dirty="0"/>
                        <a:t>: startup information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systemd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-analyze plot &gt;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bootanalysis.png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389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7477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933FB72-9BF7-54F0-B2D4-E5D008A6DAE7}"/>
              </a:ext>
            </a:extLst>
          </p:cNvPr>
          <p:cNvSpPr txBox="1"/>
          <p:nvPr/>
        </p:nvSpPr>
        <p:spPr>
          <a:xfrm>
            <a:off x="4913523" y="198304"/>
            <a:ext cx="229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*NIX Cheatsheet</a:t>
            </a:r>
          </a:p>
        </p:txBody>
      </p:sp>
    </p:spTree>
    <p:extLst>
      <p:ext uri="{BB962C8B-B14F-4D97-AF65-F5344CB8AC3E}">
        <p14:creationId xmlns:p14="http://schemas.microsoft.com/office/powerpoint/2010/main" val="1228417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BF0-D84C-4AAF-D6BA-ABCBDA33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2454-3248-3425-68F5-67D458500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A3723-33D9-45E2-8679-9C520EEA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FDF352-47E9-6BC6-D2C5-0D09612BF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748905"/>
              </p:ext>
            </p:extLst>
          </p:nvPr>
        </p:nvGraphicFramePr>
        <p:xfrm>
          <a:off x="2032000" y="719666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029">
                  <a:extLst>
                    <a:ext uri="{9D8B030D-6E8A-4147-A177-3AD203B41FA5}">
                      <a16:colId xmlns:a16="http://schemas.microsoft.com/office/drawing/2014/main" val="3063463804"/>
                    </a:ext>
                  </a:extLst>
                </a:gridCol>
                <a:gridCol w="2203373">
                  <a:extLst>
                    <a:ext uri="{9D8B030D-6E8A-4147-A177-3AD203B41FA5}">
                      <a16:colId xmlns:a16="http://schemas.microsoft.com/office/drawing/2014/main" val="3379379014"/>
                    </a:ext>
                  </a:extLst>
                </a:gridCol>
                <a:gridCol w="2712597">
                  <a:extLst>
                    <a:ext uri="{9D8B030D-6E8A-4147-A177-3AD203B41FA5}">
                      <a16:colId xmlns:a16="http://schemas.microsoft.com/office/drawing/2014/main" val="92673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Win/Lin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32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Rotate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Alt +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Opt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Cmd</a:t>
                      </a:r>
                      <a:r>
                        <a:rPr lang="en-US" dirty="0"/>
                        <a:t> +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6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Track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 + Middle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Opt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Cmd</a:t>
                      </a:r>
                      <a:r>
                        <a:rPr lang="en-US" dirty="0"/>
                        <a:t> + middle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31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 + R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Opt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Cmd</a:t>
                      </a:r>
                      <a:r>
                        <a:rPr lang="en-US" dirty="0"/>
                        <a:t> + Right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8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6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Frame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0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Wireframe display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06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Subdivide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4805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15F5A9-1B37-A55A-99D6-8014F28CF1A3}"/>
              </a:ext>
            </a:extLst>
          </p:cNvPr>
          <p:cNvSpPr txBox="1"/>
          <p:nvPr/>
        </p:nvSpPr>
        <p:spPr>
          <a:xfrm>
            <a:off x="4913523" y="198304"/>
            <a:ext cx="229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Mudbox Cheatsheet</a:t>
            </a:r>
          </a:p>
        </p:txBody>
      </p:sp>
    </p:spTree>
    <p:extLst>
      <p:ext uri="{BB962C8B-B14F-4D97-AF65-F5344CB8AC3E}">
        <p14:creationId xmlns:p14="http://schemas.microsoft.com/office/powerpoint/2010/main" val="4110669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9D19-8B03-AD4E-DF21-FFF7E012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2CD46-0365-7140-1DA7-D7B5A8391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0198"/>
              </p:ext>
            </p:extLst>
          </p:nvPr>
        </p:nvGraphicFramePr>
        <p:xfrm>
          <a:off x="849523" y="719666"/>
          <a:ext cx="812799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029">
                  <a:extLst>
                    <a:ext uri="{9D8B030D-6E8A-4147-A177-3AD203B41FA5}">
                      <a16:colId xmlns:a16="http://schemas.microsoft.com/office/drawing/2014/main" val="3063463804"/>
                    </a:ext>
                  </a:extLst>
                </a:gridCol>
                <a:gridCol w="2203373">
                  <a:extLst>
                    <a:ext uri="{9D8B030D-6E8A-4147-A177-3AD203B41FA5}">
                      <a16:colId xmlns:a16="http://schemas.microsoft.com/office/drawing/2014/main" val="3379379014"/>
                    </a:ext>
                  </a:extLst>
                </a:gridCol>
                <a:gridCol w="2712597">
                  <a:extLst>
                    <a:ext uri="{9D8B030D-6E8A-4147-A177-3AD203B41FA5}">
                      <a16:colId xmlns:a16="http://schemas.microsoft.com/office/drawing/2014/main" val="92673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Win/Lin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32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Rotate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Alt +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Opt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Cmd</a:t>
                      </a:r>
                      <a:r>
                        <a:rPr lang="en-US" dirty="0"/>
                        <a:t> +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6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Track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 + Middle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Opt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Cmd</a:t>
                      </a:r>
                      <a:r>
                        <a:rPr lang="en-US" dirty="0"/>
                        <a:t> + middle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31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 + R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Opt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Cmd</a:t>
                      </a:r>
                      <a:r>
                        <a:rPr lang="en-US" dirty="0"/>
                        <a:t> + Right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8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6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0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06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48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 Left  V toggle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toggle playback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T= not selectable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46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/>
                        <a:t>= Reference View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74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7443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A5E343-ED1C-D9EF-ABE6-8AA4BDE14A95}"/>
              </a:ext>
            </a:extLst>
          </p:cNvPr>
          <p:cNvSpPr txBox="1"/>
          <p:nvPr/>
        </p:nvSpPr>
        <p:spPr>
          <a:xfrm>
            <a:off x="4032172" y="231354"/>
            <a:ext cx="219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Maya Cheatsheet</a:t>
            </a:r>
          </a:p>
        </p:txBody>
      </p:sp>
    </p:spTree>
    <p:extLst>
      <p:ext uri="{BB962C8B-B14F-4D97-AF65-F5344CB8AC3E}">
        <p14:creationId xmlns:p14="http://schemas.microsoft.com/office/powerpoint/2010/main" val="317363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CEF1-3C48-F350-91D8-FF18C8E07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E83734-7247-4AD3-442D-73028586D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791636"/>
              </p:ext>
            </p:extLst>
          </p:nvPr>
        </p:nvGraphicFramePr>
        <p:xfrm>
          <a:off x="849522" y="719666"/>
          <a:ext cx="1016314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993">
                  <a:extLst>
                    <a:ext uri="{9D8B030D-6E8A-4147-A177-3AD203B41FA5}">
                      <a16:colId xmlns:a16="http://schemas.microsoft.com/office/drawing/2014/main" val="3063463804"/>
                    </a:ext>
                  </a:extLst>
                </a:gridCol>
                <a:gridCol w="837014">
                  <a:extLst>
                    <a:ext uri="{9D8B030D-6E8A-4147-A177-3AD203B41FA5}">
                      <a16:colId xmlns:a16="http://schemas.microsoft.com/office/drawing/2014/main" val="3379379014"/>
                    </a:ext>
                  </a:extLst>
                </a:gridCol>
                <a:gridCol w="837014">
                  <a:extLst>
                    <a:ext uri="{9D8B030D-6E8A-4147-A177-3AD203B41FA5}">
                      <a16:colId xmlns:a16="http://schemas.microsoft.com/office/drawing/2014/main" val="981441042"/>
                    </a:ext>
                  </a:extLst>
                </a:gridCol>
                <a:gridCol w="837014">
                  <a:extLst>
                    <a:ext uri="{9D8B030D-6E8A-4147-A177-3AD203B41FA5}">
                      <a16:colId xmlns:a16="http://schemas.microsoft.com/office/drawing/2014/main" val="1885237068"/>
                    </a:ext>
                  </a:extLst>
                </a:gridCol>
                <a:gridCol w="837014">
                  <a:extLst>
                    <a:ext uri="{9D8B030D-6E8A-4147-A177-3AD203B41FA5}">
                      <a16:colId xmlns:a16="http://schemas.microsoft.com/office/drawing/2014/main" val="175681398"/>
                    </a:ext>
                  </a:extLst>
                </a:gridCol>
                <a:gridCol w="837014">
                  <a:extLst>
                    <a:ext uri="{9D8B030D-6E8A-4147-A177-3AD203B41FA5}">
                      <a16:colId xmlns:a16="http://schemas.microsoft.com/office/drawing/2014/main" val="92673911"/>
                    </a:ext>
                  </a:extLst>
                </a:gridCol>
                <a:gridCol w="928008">
                  <a:extLst>
                    <a:ext uri="{9D8B030D-6E8A-4147-A177-3AD203B41FA5}">
                      <a16:colId xmlns:a16="http://schemas.microsoft.com/office/drawing/2014/main" val="2652337313"/>
                    </a:ext>
                  </a:extLst>
                </a:gridCol>
                <a:gridCol w="760164">
                  <a:extLst>
                    <a:ext uri="{9D8B030D-6E8A-4147-A177-3AD203B41FA5}">
                      <a16:colId xmlns:a16="http://schemas.microsoft.com/office/drawing/2014/main" val="406914934"/>
                    </a:ext>
                  </a:extLst>
                </a:gridCol>
                <a:gridCol w="822869">
                  <a:extLst>
                    <a:ext uri="{9D8B030D-6E8A-4147-A177-3AD203B41FA5}">
                      <a16:colId xmlns:a16="http://schemas.microsoft.com/office/drawing/2014/main" val="409634519"/>
                    </a:ext>
                  </a:extLst>
                </a:gridCol>
                <a:gridCol w="807627">
                  <a:extLst>
                    <a:ext uri="{9D8B030D-6E8A-4147-A177-3AD203B41FA5}">
                      <a16:colId xmlns:a16="http://schemas.microsoft.com/office/drawing/2014/main" val="1288069636"/>
                    </a:ext>
                  </a:extLst>
                </a:gridCol>
                <a:gridCol w="805473">
                  <a:extLst>
                    <a:ext uri="{9D8B030D-6E8A-4147-A177-3AD203B41FA5}">
                      <a16:colId xmlns:a16="http://schemas.microsoft.com/office/drawing/2014/main" val="456097181"/>
                    </a:ext>
                  </a:extLst>
                </a:gridCol>
                <a:gridCol w="897942">
                  <a:extLst>
                    <a:ext uri="{9D8B030D-6E8A-4147-A177-3AD203B41FA5}">
                      <a16:colId xmlns:a16="http://schemas.microsoft.com/office/drawing/2014/main" val="29005056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Phase: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3235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Sketch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Paste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Ctrl-Y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  <a:p>
                      <a:r>
                        <a:rPr lang="en-US" sz="1800" dirty="0"/>
                        <a:t>Brush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</a:t>
                      </a:r>
                    </a:p>
                    <a:p>
                      <a:r>
                        <a:rPr lang="en-US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Dial+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651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Outline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Simplify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Dial+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3155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  <a:p>
                      <a:r>
                        <a:rPr lang="en-US" sz="1400" dirty="0"/>
                        <a:t>Eye Dropper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AirBrush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Dial+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823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Shade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Dial+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6152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1EA293-8EA3-84F0-40EA-302FE5773674}"/>
              </a:ext>
            </a:extLst>
          </p:cNvPr>
          <p:cNvSpPr txBox="1"/>
          <p:nvPr/>
        </p:nvSpPr>
        <p:spPr>
          <a:xfrm>
            <a:off x="849524" y="231354"/>
            <a:ext cx="1016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Drawing Tablet Cheatsheet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DC3825-9E59-2598-ED4F-E5BCA943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22" y="3692946"/>
            <a:ext cx="5257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80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6610</TotalTime>
  <Words>313</Words>
  <Application>Microsoft Macintosh PowerPoint</Application>
  <PresentationFormat>Widescreen</PresentationFormat>
  <Paragraphs>144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McClelland, Dave J</dc:creator>
  <cp:lastModifiedBy>McClelland, Dave J</cp:lastModifiedBy>
  <cp:revision>1</cp:revision>
  <cp:lastPrinted>2025-12-04T21:04:14Z</cp:lastPrinted>
  <dcterms:created xsi:type="dcterms:W3CDTF">2025-02-23T17:32:36Z</dcterms:created>
  <dcterms:modified xsi:type="dcterms:W3CDTF">2025-12-04T21:06:34Z</dcterms:modified>
</cp:coreProperties>
</file>