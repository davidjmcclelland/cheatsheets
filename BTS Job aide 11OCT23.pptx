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61" r:id="rId7"/>
    <p:sldId id="262" r:id="rId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C9ED8-593A-415B-9072-652E70E38228}" v="75" dt="2022-12-08T20:41:02.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88916" autoAdjust="0"/>
  </p:normalViewPr>
  <p:slideViewPr>
    <p:cSldViewPr>
      <p:cViewPr varScale="1">
        <p:scale>
          <a:sx n="84" d="100"/>
          <a:sy n="84" d="100"/>
        </p:scale>
        <p:origin x="1358" y="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CCBD31-7087-4017-B764-29F184C96E8D}" type="doc">
      <dgm:prSet loTypeId="urn:microsoft.com/office/officeart/2005/8/layout/hProcess11" loCatId="process" qsTypeId="urn:microsoft.com/office/officeart/2005/8/quickstyle/simple1" qsCatId="simple" csTypeId="urn:microsoft.com/office/officeart/2005/8/colors/colorful4" csCatId="colorful" phldr="1"/>
      <dgm:spPr/>
    </dgm:pt>
    <dgm:pt modelId="{468C1909-2FC9-4304-9D25-283D8E970FA1}">
      <dgm:prSet phldrT="[Text]" custT="1"/>
      <dgm:spPr/>
      <dgm:t>
        <a:bodyPr/>
        <a:lstStyle/>
        <a:p>
          <a:r>
            <a:rPr lang="en-US" sz="800" dirty="0"/>
            <a:t>Contact Purchasing</a:t>
          </a:r>
        </a:p>
      </dgm:t>
    </dgm:pt>
    <dgm:pt modelId="{E2EBB39C-2EE2-43C2-A0C4-CBBC45FDCB2F}" type="parTrans" cxnId="{48765F4B-2F56-4D85-BFAD-C9654E3E0711}">
      <dgm:prSet/>
      <dgm:spPr/>
      <dgm:t>
        <a:bodyPr/>
        <a:lstStyle/>
        <a:p>
          <a:endParaRPr lang="en-US" sz="800"/>
        </a:p>
      </dgm:t>
    </dgm:pt>
    <dgm:pt modelId="{4B8E6482-DDCE-4B3F-BDF3-092022ADD3ED}" type="sibTrans" cxnId="{48765F4B-2F56-4D85-BFAD-C9654E3E0711}">
      <dgm:prSet/>
      <dgm:spPr/>
      <dgm:t>
        <a:bodyPr/>
        <a:lstStyle/>
        <a:p>
          <a:endParaRPr lang="en-US" sz="800"/>
        </a:p>
      </dgm:t>
    </dgm:pt>
    <dgm:pt modelId="{5201253D-2030-42EC-B4B8-B938A3A497E2}">
      <dgm:prSet phldrT="[Text]" custT="1"/>
      <dgm:spPr/>
      <dgm:t>
        <a:bodyPr/>
        <a:lstStyle/>
        <a:p>
          <a:r>
            <a:rPr lang="en-US" sz="800" dirty="0"/>
            <a:t>Create Ordering Document (e.g. SOW, Quote)</a:t>
          </a:r>
        </a:p>
      </dgm:t>
    </dgm:pt>
    <dgm:pt modelId="{E5591002-0601-41E9-B00C-D75E64745EB8}" type="parTrans" cxnId="{2353CA73-E53B-4324-8E31-42FB25443D70}">
      <dgm:prSet/>
      <dgm:spPr/>
      <dgm:t>
        <a:bodyPr/>
        <a:lstStyle/>
        <a:p>
          <a:endParaRPr lang="en-US" sz="800"/>
        </a:p>
      </dgm:t>
    </dgm:pt>
    <dgm:pt modelId="{38F3CD0B-91C8-411F-837C-13EED65E7275}" type="sibTrans" cxnId="{2353CA73-E53B-4324-8E31-42FB25443D70}">
      <dgm:prSet/>
      <dgm:spPr/>
      <dgm:t>
        <a:bodyPr/>
        <a:lstStyle/>
        <a:p>
          <a:endParaRPr lang="en-US" sz="800"/>
        </a:p>
      </dgm:t>
    </dgm:pt>
    <dgm:pt modelId="{BE692D46-634D-4FDC-A51A-87BA45B64924}">
      <dgm:prSet phldrT="[Text]" custT="1"/>
      <dgm:spPr/>
      <dgm:t>
        <a:bodyPr/>
        <a:lstStyle/>
        <a:p>
          <a:r>
            <a:rPr lang="en-US" sz="800" dirty="0"/>
            <a:t>Submit documents for shopping cart</a:t>
          </a:r>
        </a:p>
      </dgm:t>
    </dgm:pt>
    <dgm:pt modelId="{5E8F7ACB-6099-41FE-99EA-A44EAE5D66CE}" type="parTrans" cxnId="{94B8BCC3-628E-4432-AC23-8F3FFDC24219}">
      <dgm:prSet/>
      <dgm:spPr/>
      <dgm:t>
        <a:bodyPr/>
        <a:lstStyle/>
        <a:p>
          <a:endParaRPr lang="en-US" sz="800"/>
        </a:p>
      </dgm:t>
    </dgm:pt>
    <dgm:pt modelId="{568D8AF6-38B2-4323-8608-FB20106ECD10}" type="sibTrans" cxnId="{94B8BCC3-628E-4432-AC23-8F3FFDC24219}">
      <dgm:prSet/>
      <dgm:spPr/>
      <dgm:t>
        <a:bodyPr/>
        <a:lstStyle/>
        <a:p>
          <a:endParaRPr lang="en-US" sz="800"/>
        </a:p>
      </dgm:t>
    </dgm:pt>
    <dgm:pt modelId="{B3BF63E3-1075-4A58-A24D-E40CDBD664DD}">
      <dgm:prSet phldrT="[Text]" custT="1"/>
      <dgm:spPr/>
      <dgm:t>
        <a:bodyPr/>
        <a:lstStyle/>
        <a:p>
          <a:r>
            <a:rPr lang="en-US" sz="800" dirty="0"/>
            <a:t>Routes for Budgetary/ Finance approval</a:t>
          </a:r>
        </a:p>
      </dgm:t>
    </dgm:pt>
    <dgm:pt modelId="{6035F767-B42D-4133-8319-E06A62878E4D}" type="parTrans" cxnId="{043F66BB-2246-4AB2-AC8B-4C8E8E3F52C0}">
      <dgm:prSet/>
      <dgm:spPr/>
      <dgm:t>
        <a:bodyPr/>
        <a:lstStyle/>
        <a:p>
          <a:endParaRPr lang="en-US" sz="800"/>
        </a:p>
      </dgm:t>
    </dgm:pt>
    <dgm:pt modelId="{3D516EC6-A1F6-48DA-AC57-1788B1E1A316}" type="sibTrans" cxnId="{043F66BB-2246-4AB2-AC8B-4C8E8E3F52C0}">
      <dgm:prSet/>
      <dgm:spPr/>
      <dgm:t>
        <a:bodyPr/>
        <a:lstStyle/>
        <a:p>
          <a:endParaRPr lang="en-US" sz="800"/>
        </a:p>
      </dgm:t>
    </dgm:pt>
    <dgm:pt modelId="{2E4697B2-8B6E-433F-873A-8B74E7D98868}">
      <dgm:prSet phldrT="[Text]" custT="1"/>
      <dgm:spPr/>
      <dgm:t>
        <a:bodyPr/>
        <a:lstStyle/>
        <a:p>
          <a:r>
            <a:rPr lang="en-US" sz="800" dirty="0"/>
            <a:t>Purchasing signs, approves, and sends PO to supplier</a:t>
          </a:r>
        </a:p>
      </dgm:t>
    </dgm:pt>
    <dgm:pt modelId="{58CC247D-B0E1-4D5E-A13F-A9A69751217D}" type="parTrans" cxnId="{DBB7B75C-DE45-4E21-BA93-D4C82A603199}">
      <dgm:prSet/>
      <dgm:spPr/>
      <dgm:t>
        <a:bodyPr/>
        <a:lstStyle/>
        <a:p>
          <a:endParaRPr lang="en-US" sz="800"/>
        </a:p>
      </dgm:t>
    </dgm:pt>
    <dgm:pt modelId="{D3DEAEEF-C508-44FB-BE28-1AD99EE7B21D}" type="sibTrans" cxnId="{DBB7B75C-DE45-4E21-BA93-D4C82A603199}">
      <dgm:prSet/>
      <dgm:spPr/>
      <dgm:t>
        <a:bodyPr/>
        <a:lstStyle/>
        <a:p>
          <a:endParaRPr lang="en-US" sz="800"/>
        </a:p>
      </dgm:t>
    </dgm:pt>
    <dgm:pt modelId="{A8B3AD42-B10A-40E6-A658-2B8BD80B7EFE}">
      <dgm:prSet phldrT="[Text]" custT="1"/>
      <dgm:spPr/>
      <dgm:t>
        <a:bodyPr/>
        <a:lstStyle/>
        <a:p>
          <a:r>
            <a:rPr lang="en-US" sz="800" dirty="0"/>
            <a:t>Competitive bid (over $250K)*</a:t>
          </a:r>
        </a:p>
      </dgm:t>
    </dgm:pt>
    <dgm:pt modelId="{FD71414F-D5D7-4872-9A4D-2D89C0E40F37}" type="parTrans" cxnId="{EA8520DC-ACE4-48E0-935F-37E5ACFDFFD3}">
      <dgm:prSet/>
      <dgm:spPr/>
      <dgm:t>
        <a:bodyPr/>
        <a:lstStyle/>
        <a:p>
          <a:endParaRPr lang="en-US" sz="800"/>
        </a:p>
      </dgm:t>
    </dgm:pt>
    <dgm:pt modelId="{1F0D89BC-1063-4CC5-B5D2-420C4C0E36D4}" type="sibTrans" cxnId="{EA8520DC-ACE4-48E0-935F-37E5ACFDFFD3}">
      <dgm:prSet/>
      <dgm:spPr/>
      <dgm:t>
        <a:bodyPr/>
        <a:lstStyle/>
        <a:p>
          <a:endParaRPr lang="en-US" sz="800"/>
        </a:p>
      </dgm:t>
    </dgm:pt>
    <dgm:pt modelId="{60C9BAFC-BAFF-42DE-9774-791F4C456E13}">
      <dgm:prSet phldrT="[Text]" custT="1"/>
      <dgm:spPr/>
      <dgm:t>
        <a:bodyPr/>
        <a:lstStyle/>
        <a:p>
          <a:r>
            <a:rPr lang="en-US" sz="800" dirty="0"/>
            <a:t>ADCT/SET</a:t>
          </a:r>
        </a:p>
      </dgm:t>
    </dgm:pt>
    <dgm:pt modelId="{D4FE2491-2DE5-4B03-8E23-F5ADD58F8DB9}" type="parTrans" cxnId="{49C9CDC9-A3A9-42E1-9EB5-6BEBEDC940F6}">
      <dgm:prSet/>
      <dgm:spPr/>
      <dgm:t>
        <a:bodyPr/>
        <a:lstStyle/>
        <a:p>
          <a:endParaRPr lang="en-US" sz="800"/>
        </a:p>
      </dgm:t>
    </dgm:pt>
    <dgm:pt modelId="{C52A7D5D-BA36-41B3-A68C-8146BEEC410A}" type="sibTrans" cxnId="{49C9CDC9-A3A9-42E1-9EB5-6BEBEDC940F6}">
      <dgm:prSet/>
      <dgm:spPr/>
      <dgm:t>
        <a:bodyPr/>
        <a:lstStyle/>
        <a:p>
          <a:endParaRPr lang="en-US" sz="800"/>
        </a:p>
      </dgm:t>
    </dgm:pt>
    <dgm:pt modelId="{F4004B07-FF35-48BE-843D-CCC345B04E37}">
      <dgm:prSet phldrT="[Text]" custT="1"/>
      <dgm:spPr/>
      <dgm:t>
        <a:bodyPr/>
        <a:lstStyle/>
        <a:p>
          <a:r>
            <a:rPr lang="en-US" sz="800" dirty="0"/>
            <a:t>Negotiate contract*</a:t>
          </a:r>
        </a:p>
      </dgm:t>
    </dgm:pt>
    <dgm:pt modelId="{3D6363E5-8A4E-4997-AE4C-5253E44599DE}" type="parTrans" cxnId="{CBDA562A-471E-411D-A22F-A9B5F46DFDC1}">
      <dgm:prSet/>
      <dgm:spPr/>
      <dgm:t>
        <a:bodyPr/>
        <a:lstStyle/>
        <a:p>
          <a:endParaRPr lang="en-US" sz="800"/>
        </a:p>
      </dgm:t>
    </dgm:pt>
    <dgm:pt modelId="{F6AC112B-4BCD-44BC-AABD-4AB469309CA2}" type="sibTrans" cxnId="{CBDA562A-471E-411D-A22F-A9B5F46DFDC1}">
      <dgm:prSet/>
      <dgm:spPr/>
      <dgm:t>
        <a:bodyPr/>
        <a:lstStyle/>
        <a:p>
          <a:endParaRPr lang="en-US" sz="800"/>
        </a:p>
      </dgm:t>
    </dgm:pt>
    <dgm:pt modelId="{F6788994-4BCF-46D3-9BA9-E1112A0FD81C}">
      <dgm:prSet phldrT="[Text]" custT="1"/>
      <dgm:spPr/>
      <dgm:t>
        <a:bodyPr/>
        <a:lstStyle/>
        <a:p>
          <a:r>
            <a:rPr lang="en-US" sz="800" dirty="0"/>
            <a:t>Set up supplier in SAP*</a:t>
          </a:r>
        </a:p>
      </dgm:t>
    </dgm:pt>
    <dgm:pt modelId="{4A21F0A9-FC21-4248-90DA-3D06483740E7}" type="parTrans" cxnId="{A4B10B3D-2A44-4BED-B3AE-94B6C82CEE44}">
      <dgm:prSet/>
      <dgm:spPr/>
      <dgm:t>
        <a:bodyPr/>
        <a:lstStyle/>
        <a:p>
          <a:endParaRPr lang="en-US" sz="800"/>
        </a:p>
      </dgm:t>
    </dgm:pt>
    <dgm:pt modelId="{815D3469-F623-4CED-9DDF-E3D534284AB3}" type="sibTrans" cxnId="{A4B10B3D-2A44-4BED-B3AE-94B6C82CEE44}">
      <dgm:prSet/>
      <dgm:spPr/>
      <dgm:t>
        <a:bodyPr/>
        <a:lstStyle/>
        <a:p>
          <a:endParaRPr lang="en-US" sz="800"/>
        </a:p>
      </dgm:t>
    </dgm:pt>
    <dgm:pt modelId="{71A77BC2-2711-4252-A4B9-0398B96F9A30}">
      <dgm:prSet phldrT="[Text]" custT="1"/>
      <dgm:spPr/>
      <dgm:t>
        <a:bodyPr/>
        <a:lstStyle/>
        <a:p>
          <a:r>
            <a:rPr lang="en-US" sz="800" dirty="0"/>
            <a:t>Define Requirements</a:t>
          </a:r>
        </a:p>
      </dgm:t>
    </dgm:pt>
    <dgm:pt modelId="{03A4EE0E-B26A-4D17-8BB8-44A3D4364A05}" type="parTrans" cxnId="{D9156462-62A1-4E72-BA5D-C4BD9309DDB1}">
      <dgm:prSet/>
      <dgm:spPr/>
      <dgm:t>
        <a:bodyPr/>
        <a:lstStyle/>
        <a:p>
          <a:endParaRPr lang="en-US" sz="800"/>
        </a:p>
      </dgm:t>
    </dgm:pt>
    <dgm:pt modelId="{7C99DE0F-0A7F-468F-B974-08392619670E}" type="sibTrans" cxnId="{D9156462-62A1-4E72-BA5D-C4BD9309DDB1}">
      <dgm:prSet/>
      <dgm:spPr/>
      <dgm:t>
        <a:bodyPr/>
        <a:lstStyle/>
        <a:p>
          <a:endParaRPr lang="en-US" sz="800"/>
        </a:p>
      </dgm:t>
    </dgm:pt>
    <dgm:pt modelId="{4AAB0783-6ED5-475A-9156-77079B6CA0E1}">
      <dgm:prSet phldrT="[Text]" custT="1"/>
      <dgm:spPr/>
      <dgm:t>
        <a:bodyPr/>
        <a:lstStyle/>
        <a:p>
          <a:r>
            <a:rPr lang="en-US" sz="800" dirty="0"/>
            <a:t>Purchasing review of Ordering documents</a:t>
          </a:r>
        </a:p>
      </dgm:t>
    </dgm:pt>
    <dgm:pt modelId="{50844085-9355-41AE-A2D3-409511E82D8A}" type="parTrans" cxnId="{9C41C0AD-E1E9-441C-9500-93D8185FAD25}">
      <dgm:prSet/>
      <dgm:spPr/>
      <dgm:t>
        <a:bodyPr/>
        <a:lstStyle/>
        <a:p>
          <a:endParaRPr lang="en-US" sz="800"/>
        </a:p>
      </dgm:t>
    </dgm:pt>
    <dgm:pt modelId="{442943DF-842C-4316-8F8E-7E4BD7F4B710}" type="sibTrans" cxnId="{9C41C0AD-E1E9-441C-9500-93D8185FAD25}">
      <dgm:prSet/>
      <dgm:spPr/>
      <dgm:t>
        <a:bodyPr/>
        <a:lstStyle/>
        <a:p>
          <a:endParaRPr lang="en-US" sz="800"/>
        </a:p>
      </dgm:t>
    </dgm:pt>
    <dgm:pt modelId="{DDCDC8C2-5076-40CF-9884-26FA750335FF}" type="pres">
      <dgm:prSet presAssocID="{94CCBD31-7087-4017-B764-29F184C96E8D}" presName="Name0" presStyleCnt="0">
        <dgm:presLayoutVars>
          <dgm:dir/>
          <dgm:resizeHandles val="exact"/>
        </dgm:presLayoutVars>
      </dgm:prSet>
      <dgm:spPr/>
    </dgm:pt>
    <dgm:pt modelId="{99F1DE00-8C32-4B16-BB7F-28B37656FDE5}" type="pres">
      <dgm:prSet presAssocID="{94CCBD31-7087-4017-B764-29F184C96E8D}" presName="arrow" presStyleLbl="bgShp" presStyleIdx="0" presStyleCnt="1" custScaleX="98976" custScaleY="44872"/>
      <dgm:spPr/>
    </dgm:pt>
    <dgm:pt modelId="{6C0AE3D7-785C-43C7-9961-A99670E46AEE}" type="pres">
      <dgm:prSet presAssocID="{94CCBD31-7087-4017-B764-29F184C96E8D}" presName="points" presStyleCnt="0"/>
      <dgm:spPr/>
    </dgm:pt>
    <dgm:pt modelId="{24685955-3AF7-4B99-8FAF-F47EF106A02C}" type="pres">
      <dgm:prSet presAssocID="{468C1909-2FC9-4304-9D25-283D8E970FA1}" presName="compositeA" presStyleCnt="0"/>
      <dgm:spPr/>
    </dgm:pt>
    <dgm:pt modelId="{A5EB2D89-DA63-47EB-A847-EA5A7CB8B08B}" type="pres">
      <dgm:prSet presAssocID="{468C1909-2FC9-4304-9D25-283D8E970FA1}" presName="textA" presStyleLbl="revTx" presStyleIdx="0" presStyleCnt="11">
        <dgm:presLayoutVars>
          <dgm:bulletEnabled val="1"/>
        </dgm:presLayoutVars>
      </dgm:prSet>
      <dgm:spPr/>
    </dgm:pt>
    <dgm:pt modelId="{62EBF29E-4D6A-4AA1-8899-DE6FA9AE989D}" type="pres">
      <dgm:prSet presAssocID="{468C1909-2FC9-4304-9D25-283D8E970FA1}" presName="circleA" presStyleLbl="node1" presStyleIdx="0" presStyleCnt="11"/>
      <dgm:spPr/>
    </dgm:pt>
    <dgm:pt modelId="{795A246E-50A4-41CA-AEAC-F92763B92F33}" type="pres">
      <dgm:prSet presAssocID="{468C1909-2FC9-4304-9D25-283D8E970FA1}" presName="spaceA" presStyleCnt="0"/>
      <dgm:spPr/>
    </dgm:pt>
    <dgm:pt modelId="{7DAFB55D-EF69-4196-B261-EE80CE3ECEA1}" type="pres">
      <dgm:prSet presAssocID="{4B8E6482-DDCE-4B3F-BDF3-092022ADD3ED}" presName="space" presStyleCnt="0"/>
      <dgm:spPr/>
    </dgm:pt>
    <dgm:pt modelId="{0AF5FBDD-F224-44D8-926B-0DC2125E3FF9}" type="pres">
      <dgm:prSet presAssocID="{71A77BC2-2711-4252-A4B9-0398B96F9A30}" presName="compositeB" presStyleCnt="0"/>
      <dgm:spPr/>
    </dgm:pt>
    <dgm:pt modelId="{60385940-3DF8-43F4-AD88-027983E32159}" type="pres">
      <dgm:prSet presAssocID="{71A77BC2-2711-4252-A4B9-0398B96F9A30}" presName="textB" presStyleLbl="revTx" presStyleIdx="1" presStyleCnt="11">
        <dgm:presLayoutVars>
          <dgm:bulletEnabled val="1"/>
        </dgm:presLayoutVars>
      </dgm:prSet>
      <dgm:spPr/>
    </dgm:pt>
    <dgm:pt modelId="{8D7A0F61-06D4-4A61-A037-F9C9FE263684}" type="pres">
      <dgm:prSet presAssocID="{71A77BC2-2711-4252-A4B9-0398B96F9A30}" presName="circleB" presStyleLbl="node1" presStyleIdx="1" presStyleCnt="11"/>
      <dgm:spPr/>
    </dgm:pt>
    <dgm:pt modelId="{61E96B1B-3706-4BA3-8E21-D381BAF4349D}" type="pres">
      <dgm:prSet presAssocID="{71A77BC2-2711-4252-A4B9-0398B96F9A30}" presName="spaceB" presStyleCnt="0"/>
      <dgm:spPr/>
    </dgm:pt>
    <dgm:pt modelId="{2BB1FC47-2F71-4070-9A91-D4FC028B0918}" type="pres">
      <dgm:prSet presAssocID="{7C99DE0F-0A7F-468F-B974-08392619670E}" presName="space" presStyleCnt="0"/>
      <dgm:spPr/>
    </dgm:pt>
    <dgm:pt modelId="{1138DF18-4337-4F10-8C18-6F9D9652D794}" type="pres">
      <dgm:prSet presAssocID="{A8B3AD42-B10A-40E6-A658-2B8BD80B7EFE}" presName="compositeA" presStyleCnt="0"/>
      <dgm:spPr/>
    </dgm:pt>
    <dgm:pt modelId="{5C213AAC-375B-46E8-9A99-330F495FB2C7}" type="pres">
      <dgm:prSet presAssocID="{A8B3AD42-B10A-40E6-A658-2B8BD80B7EFE}" presName="textA" presStyleLbl="revTx" presStyleIdx="2" presStyleCnt="11">
        <dgm:presLayoutVars>
          <dgm:bulletEnabled val="1"/>
        </dgm:presLayoutVars>
      </dgm:prSet>
      <dgm:spPr/>
    </dgm:pt>
    <dgm:pt modelId="{D0E34019-0C65-43D8-868C-FA76556F870F}" type="pres">
      <dgm:prSet presAssocID="{A8B3AD42-B10A-40E6-A658-2B8BD80B7EFE}" presName="circleA" presStyleLbl="node1" presStyleIdx="2" presStyleCnt="11"/>
      <dgm:spPr/>
    </dgm:pt>
    <dgm:pt modelId="{6C0FC728-EC75-4D8F-90AA-C64D5BAEAAAF}" type="pres">
      <dgm:prSet presAssocID="{A8B3AD42-B10A-40E6-A658-2B8BD80B7EFE}" presName="spaceA" presStyleCnt="0"/>
      <dgm:spPr/>
    </dgm:pt>
    <dgm:pt modelId="{5D5F5CF9-CA04-4565-B2C9-186685C181E2}" type="pres">
      <dgm:prSet presAssocID="{1F0D89BC-1063-4CC5-B5D2-420C4C0E36D4}" presName="space" presStyleCnt="0"/>
      <dgm:spPr/>
    </dgm:pt>
    <dgm:pt modelId="{CCC562C5-A5FA-4CAE-B950-78ABFDEBF057}" type="pres">
      <dgm:prSet presAssocID="{60C9BAFC-BAFF-42DE-9774-791F4C456E13}" presName="compositeB" presStyleCnt="0"/>
      <dgm:spPr/>
    </dgm:pt>
    <dgm:pt modelId="{CB68DC50-D4B8-4145-9E13-56E7A1687142}" type="pres">
      <dgm:prSet presAssocID="{60C9BAFC-BAFF-42DE-9774-791F4C456E13}" presName="textB" presStyleLbl="revTx" presStyleIdx="3" presStyleCnt="11">
        <dgm:presLayoutVars>
          <dgm:bulletEnabled val="1"/>
        </dgm:presLayoutVars>
      </dgm:prSet>
      <dgm:spPr/>
    </dgm:pt>
    <dgm:pt modelId="{4BCB20BF-FA37-46A6-B6D2-F5B6A11BF460}" type="pres">
      <dgm:prSet presAssocID="{60C9BAFC-BAFF-42DE-9774-791F4C456E13}" presName="circleB" presStyleLbl="node1" presStyleIdx="3" presStyleCnt="11"/>
      <dgm:spPr/>
    </dgm:pt>
    <dgm:pt modelId="{908964C3-770E-4A48-B116-5B0387EC6E2B}" type="pres">
      <dgm:prSet presAssocID="{60C9BAFC-BAFF-42DE-9774-791F4C456E13}" presName="spaceB" presStyleCnt="0"/>
      <dgm:spPr/>
    </dgm:pt>
    <dgm:pt modelId="{4AEBCE3A-3177-48A1-A4CB-BB76F5778E6F}" type="pres">
      <dgm:prSet presAssocID="{C52A7D5D-BA36-41B3-A68C-8146BEEC410A}" presName="space" presStyleCnt="0"/>
      <dgm:spPr/>
    </dgm:pt>
    <dgm:pt modelId="{D50820D7-E58D-4DF2-B854-0B6F923000F9}" type="pres">
      <dgm:prSet presAssocID="{F4004B07-FF35-48BE-843D-CCC345B04E37}" presName="compositeA" presStyleCnt="0"/>
      <dgm:spPr/>
    </dgm:pt>
    <dgm:pt modelId="{4709A0D5-04C5-4BB8-B2FE-4CEDE2920F44}" type="pres">
      <dgm:prSet presAssocID="{F4004B07-FF35-48BE-843D-CCC345B04E37}" presName="textA" presStyleLbl="revTx" presStyleIdx="4" presStyleCnt="11">
        <dgm:presLayoutVars>
          <dgm:bulletEnabled val="1"/>
        </dgm:presLayoutVars>
      </dgm:prSet>
      <dgm:spPr/>
    </dgm:pt>
    <dgm:pt modelId="{466AD958-C4D5-4112-AF23-96EED83BA457}" type="pres">
      <dgm:prSet presAssocID="{F4004B07-FF35-48BE-843D-CCC345B04E37}" presName="circleA" presStyleLbl="node1" presStyleIdx="4" presStyleCnt="11"/>
      <dgm:spPr/>
    </dgm:pt>
    <dgm:pt modelId="{DC200DDA-F378-4C83-99AD-5D6846A99D8A}" type="pres">
      <dgm:prSet presAssocID="{F4004B07-FF35-48BE-843D-CCC345B04E37}" presName="spaceA" presStyleCnt="0"/>
      <dgm:spPr/>
    </dgm:pt>
    <dgm:pt modelId="{015C98A1-E430-4573-BA9C-E9235E8A0831}" type="pres">
      <dgm:prSet presAssocID="{F6AC112B-4BCD-44BC-AABD-4AB469309CA2}" presName="space" presStyleCnt="0"/>
      <dgm:spPr/>
    </dgm:pt>
    <dgm:pt modelId="{1C5C508B-F0A4-4131-9C84-F76D7BEF787F}" type="pres">
      <dgm:prSet presAssocID="{F6788994-4BCF-46D3-9BA9-E1112A0FD81C}" presName="compositeB" presStyleCnt="0"/>
      <dgm:spPr/>
    </dgm:pt>
    <dgm:pt modelId="{A8E65E9A-0192-4B15-9AF0-CEB223A5C74C}" type="pres">
      <dgm:prSet presAssocID="{F6788994-4BCF-46D3-9BA9-E1112A0FD81C}" presName="textB" presStyleLbl="revTx" presStyleIdx="5" presStyleCnt="11">
        <dgm:presLayoutVars>
          <dgm:bulletEnabled val="1"/>
        </dgm:presLayoutVars>
      </dgm:prSet>
      <dgm:spPr/>
    </dgm:pt>
    <dgm:pt modelId="{A9F8B957-ED19-4537-BB0A-9BE5B850EB18}" type="pres">
      <dgm:prSet presAssocID="{F6788994-4BCF-46D3-9BA9-E1112A0FD81C}" presName="circleB" presStyleLbl="node1" presStyleIdx="5" presStyleCnt="11"/>
      <dgm:spPr/>
    </dgm:pt>
    <dgm:pt modelId="{48B359A9-858A-47D1-B931-930C50206E6F}" type="pres">
      <dgm:prSet presAssocID="{F6788994-4BCF-46D3-9BA9-E1112A0FD81C}" presName="spaceB" presStyleCnt="0"/>
      <dgm:spPr/>
    </dgm:pt>
    <dgm:pt modelId="{4F9C9647-53AD-4D88-A808-61693A634F7B}" type="pres">
      <dgm:prSet presAssocID="{815D3469-F623-4CED-9DDF-E3D534284AB3}" presName="space" presStyleCnt="0"/>
      <dgm:spPr/>
    </dgm:pt>
    <dgm:pt modelId="{B44E9C37-EEEC-4ACA-A5A1-78601642CA25}" type="pres">
      <dgm:prSet presAssocID="{5201253D-2030-42EC-B4B8-B938A3A497E2}" presName="compositeA" presStyleCnt="0"/>
      <dgm:spPr/>
    </dgm:pt>
    <dgm:pt modelId="{C67DA392-10AE-43EF-B43B-6B88A1AEC4D7}" type="pres">
      <dgm:prSet presAssocID="{5201253D-2030-42EC-B4B8-B938A3A497E2}" presName="textA" presStyleLbl="revTx" presStyleIdx="6" presStyleCnt="11">
        <dgm:presLayoutVars>
          <dgm:bulletEnabled val="1"/>
        </dgm:presLayoutVars>
      </dgm:prSet>
      <dgm:spPr/>
    </dgm:pt>
    <dgm:pt modelId="{D3A91CA8-409F-4A8E-B1F5-035E22EC6C2D}" type="pres">
      <dgm:prSet presAssocID="{5201253D-2030-42EC-B4B8-B938A3A497E2}" presName="circleA" presStyleLbl="node1" presStyleIdx="6" presStyleCnt="11"/>
      <dgm:spPr/>
    </dgm:pt>
    <dgm:pt modelId="{A5E69A3D-4EE9-40D2-A30D-B453F71A4832}" type="pres">
      <dgm:prSet presAssocID="{5201253D-2030-42EC-B4B8-B938A3A497E2}" presName="spaceA" presStyleCnt="0"/>
      <dgm:spPr/>
    </dgm:pt>
    <dgm:pt modelId="{D3B20FB2-1F97-4EE2-9027-E67157169F32}" type="pres">
      <dgm:prSet presAssocID="{38F3CD0B-91C8-411F-837C-13EED65E7275}" presName="space" presStyleCnt="0"/>
      <dgm:spPr/>
    </dgm:pt>
    <dgm:pt modelId="{FEE0A56B-842F-48EC-B773-2A3A6A25CC0F}" type="pres">
      <dgm:prSet presAssocID="{4AAB0783-6ED5-475A-9156-77079B6CA0E1}" presName="compositeB" presStyleCnt="0"/>
      <dgm:spPr/>
    </dgm:pt>
    <dgm:pt modelId="{C39AFB71-F6FE-42AC-A214-D249D4F03518}" type="pres">
      <dgm:prSet presAssocID="{4AAB0783-6ED5-475A-9156-77079B6CA0E1}" presName="textB" presStyleLbl="revTx" presStyleIdx="7" presStyleCnt="11">
        <dgm:presLayoutVars>
          <dgm:bulletEnabled val="1"/>
        </dgm:presLayoutVars>
      </dgm:prSet>
      <dgm:spPr/>
    </dgm:pt>
    <dgm:pt modelId="{4536F8B5-158D-4082-8F7B-D173CF7437C6}" type="pres">
      <dgm:prSet presAssocID="{4AAB0783-6ED5-475A-9156-77079B6CA0E1}" presName="circleB" presStyleLbl="node1" presStyleIdx="7" presStyleCnt="11"/>
      <dgm:spPr/>
    </dgm:pt>
    <dgm:pt modelId="{E9C575D5-2123-4323-B6CF-EF74F8829EFD}" type="pres">
      <dgm:prSet presAssocID="{4AAB0783-6ED5-475A-9156-77079B6CA0E1}" presName="spaceB" presStyleCnt="0"/>
      <dgm:spPr/>
    </dgm:pt>
    <dgm:pt modelId="{C7CE7685-4586-40CD-9C35-B80E971533D0}" type="pres">
      <dgm:prSet presAssocID="{442943DF-842C-4316-8F8E-7E4BD7F4B710}" presName="space" presStyleCnt="0"/>
      <dgm:spPr/>
    </dgm:pt>
    <dgm:pt modelId="{0CCD7410-F5CB-40C3-B8A4-E4756F3B56FD}" type="pres">
      <dgm:prSet presAssocID="{BE692D46-634D-4FDC-A51A-87BA45B64924}" presName="compositeA" presStyleCnt="0"/>
      <dgm:spPr/>
    </dgm:pt>
    <dgm:pt modelId="{365F8535-7BD1-4376-97FF-12D1ADA2BC86}" type="pres">
      <dgm:prSet presAssocID="{BE692D46-634D-4FDC-A51A-87BA45B64924}" presName="textA" presStyleLbl="revTx" presStyleIdx="8" presStyleCnt="11">
        <dgm:presLayoutVars>
          <dgm:bulletEnabled val="1"/>
        </dgm:presLayoutVars>
      </dgm:prSet>
      <dgm:spPr/>
    </dgm:pt>
    <dgm:pt modelId="{C9760955-393D-467E-A8CE-75844209A595}" type="pres">
      <dgm:prSet presAssocID="{BE692D46-634D-4FDC-A51A-87BA45B64924}" presName="circleA" presStyleLbl="node1" presStyleIdx="8" presStyleCnt="11"/>
      <dgm:spPr/>
    </dgm:pt>
    <dgm:pt modelId="{4C0ADF48-47B5-4865-88F5-FE01F29C1C4C}" type="pres">
      <dgm:prSet presAssocID="{BE692D46-634D-4FDC-A51A-87BA45B64924}" presName="spaceA" presStyleCnt="0"/>
      <dgm:spPr/>
    </dgm:pt>
    <dgm:pt modelId="{F259E295-580C-40C4-87D2-32B45A55799A}" type="pres">
      <dgm:prSet presAssocID="{568D8AF6-38B2-4323-8608-FB20106ECD10}" presName="space" presStyleCnt="0"/>
      <dgm:spPr/>
    </dgm:pt>
    <dgm:pt modelId="{B44F4393-B765-4EB0-9909-660B2E2C6145}" type="pres">
      <dgm:prSet presAssocID="{B3BF63E3-1075-4A58-A24D-E40CDBD664DD}" presName="compositeB" presStyleCnt="0"/>
      <dgm:spPr/>
    </dgm:pt>
    <dgm:pt modelId="{A76E3A33-6EE1-4FCF-A0F9-566FC099E9D1}" type="pres">
      <dgm:prSet presAssocID="{B3BF63E3-1075-4A58-A24D-E40CDBD664DD}" presName="textB" presStyleLbl="revTx" presStyleIdx="9" presStyleCnt="11">
        <dgm:presLayoutVars>
          <dgm:bulletEnabled val="1"/>
        </dgm:presLayoutVars>
      </dgm:prSet>
      <dgm:spPr/>
    </dgm:pt>
    <dgm:pt modelId="{7A0ACF9B-91F2-485C-B7D4-3D4453B769A9}" type="pres">
      <dgm:prSet presAssocID="{B3BF63E3-1075-4A58-A24D-E40CDBD664DD}" presName="circleB" presStyleLbl="node1" presStyleIdx="9" presStyleCnt="11"/>
      <dgm:spPr/>
    </dgm:pt>
    <dgm:pt modelId="{1B211A6D-3743-4E90-B8AA-34099A1A5338}" type="pres">
      <dgm:prSet presAssocID="{B3BF63E3-1075-4A58-A24D-E40CDBD664DD}" presName="spaceB" presStyleCnt="0"/>
      <dgm:spPr/>
    </dgm:pt>
    <dgm:pt modelId="{3C4BBB94-AC53-444D-BF5B-97352BB77E0E}" type="pres">
      <dgm:prSet presAssocID="{3D516EC6-A1F6-48DA-AC57-1788B1E1A316}" presName="space" presStyleCnt="0"/>
      <dgm:spPr/>
    </dgm:pt>
    <dgm:pt modelId="{2EDA6C37-6E33-416B-80C8-60FFA905D5ED}" type="pres">
      <dgm:prSet presAssocID="{2E4697B2-8B6E-433F-873A-8B74E7D98868}" presName="compositeA" presStyleCnt="0"/>
      <dgm:spPr/>
    </dgm:pt>
    <dgm:pt modelId="{99E100E0-FC47-49D5-9AED-848E2B127C23}" type="pres">
      <dgm:prSet presAssocID="{2E4697B2-8B6E-433F-873A-8B74E7D98868}" presName="textA" presStyleLbl="revTx" presStyleIdx="10" presStyleCnt="11">
        <dgm:presLayoutVars>
          <dgm:bulletEnabled val="1"/>
        </dgm:presLayoutVars>
      </dgm:prSet>
      <dgm:spPr/>
    </dgm:pt>
    <dgm:pt modelId="{1F32949D-2E9B-48A2-9D7B-B08D1DDBF9B5}" type="pres">
      <dgm:prSet presAssocID="{2E4697B2-8B6E-433F-873A-8B74E7D98868}" presName="circleA" presStyleLbl="node1" presStyleIdx="10" presStyleCnt="11"/>
      <dgm:spPr/>
    </dgm:pt>
    <dgm:pt modelId="{294B3EAB-6893-4A85-B006-AD62D889F104}" type="pres">
      <dgm:prSet presAssocID="{2E4697B2-8B6E-433F-873A-8B74E7D98868}" presName="spaceA" presStyleCnt="0"/>
      <dgm:spPr/>
    </dgm:pt>
  </dgm:ptLst>
  <dgm:cxnLst>
    <dgm:cxn modelId="{CBDA562A-471E-411D-A22F-A9B5F46DFDC1}" srcId="{94CCBD31-7087-4017-B764-29F184C96E8D}" destId="{F4004B07-FF35-48BE-843D-CCC345B04E37}" srcOrd="4" destOrd="0" parTransId="{3D6363E5-8A4E-4997-AE4C-5253E44599DE}" sibTransId="{F6AC112B-4BCD-44BC-AABD-4AB469309CA2}"/>
    <dgm:cxn modelId="{A4B10B3D-2A44-4BED-B3AE-94B6C82CEE44}" srcId="{94CCBD31-7087-4017-B764-29F184C96E8D}" destId="{F6788994-4BCF-46D3-9BA9-E1112A0FD81C}" srcOrd="5" destOrd="0" parTransId="{4A21F0A9-FC21-4248-90DA-3D06483740E7}" sibTransId="{815D3469-F623-4CED-9DDF-E3D534284AB3}"/>
    <dgm:cxn modelId="{DBB7B75C-DE45-4E21-BA93-D4C82A603199}" srcId="{94CCBD31-7087-4017-B764-29F184C96E8D}" destId="{2E4697B2-8B6E-433F-873A-8B74E7D98868}" srcOrd="10" destOrd="0" parTransId="{58CC247D-B0E1-4D5E-A13F-A9A69751217D}" sibTransId="{D3DEAEEF-C508-44FB-BE28-1AD99EE7B21D}"/>
    <dgm:cxn modelId="{2CD2AA5D-4A40-4973-90C7-4EB6B77DB36E}" type="presOf" srcId="{A8B3AD42-B10A-40E6-A658-2B8BD80B7EFE}" destId="{5C213AAC-375B-46E8-9A99-330F495FB2C7}" srcOrd="0" destOrd="0" presId="urn:microsoft.com/office/officeart/2005/8/layout/hProcess11"/>
    <dgm:cxn modelId="{D9156462-62A1-4E72-BA5D-C4BD9309DDB1}" srcId="{94CCBD31-7087-4017-B764-29F184C96E8D}" destId="{71A77BC2-2711-4252-A4B9-0398B96F9A30}" srcOrd="1" destOrd="0" parTransId="{03A4EE0E-B26A-4D17-8BB8-44A3D4364A05}" sibTransId="{7C99DE0F-0A7F-468F-B974-08392619670E}"/>
    <dgm:cxn modelId="{8D04CD44-685B-4A75-BAF4-386ADB9DF75E}" type="presOf" srcId="{94CCBD31-7087-4017-B764-29F184C96E8D}" destId="{DDCDC8C2-5076-40CF-9884-26FA750335FF}" srcOrd="0" destOrd="0" presId="urn:microsoft.com/office/officeart/2005/8/layout/hProcess11"/>
    <dgm:cxn modelId="{48765F4B-2F56-4D85-BFAD-C9654E3E0711}" srcId="{94CCBD31-7087-4017-B764-29F184C96E8D}" destId="{468C1909-2FC9-4304-9D25-283D8E970FA1}" srcOrd="0" destOrd="0" parTransId="{E2EBB39C-2EE2-43C2-A0C4-CBBC45FDCB2F}" sibTransId="{4B8E6482-DDCE-4B3F-BDF3-092022ADD3ED}"/>
    <dgm:cxn modelId="{923FA471-BD12-40FE-A7AA-DF8B903D2DC9}" type="presOf" srcId="{5201253D-2030-42EC-B4B8-B938A3A497E2}" destId="{C67DA392-10AE-43EF-B43B-6B88A1AEC4D7}" srcOrd="0" destOrd="0" presId="urn:microsoft.com/office/officeart/2005/8/layout/hProcess11"/>
    <dgm:cxn modelId="{2353CA73-E53B-4324-8E31-42FB25443D70}" srcId="{94CCBD31-7087-4017-B764-29F184C96E8D}" destId="{5201253D-2030-42EC-B4B8-B938A3A497E2}" srcOrd="6" destOrd="0" parTransId="{E5591002-0601-41E9-B00C-D75E64745EB8}" sibTransId="{38F3CD0B-91C8-411F-837C-13EED65E7275}"/>
    <dgm:cxn modelId="{2DCA4477-7008-46D7-831F-FA3D11C5670F}" type="presOf" srcId="{F4004B07-FF35-48BE-843D-CCC345B04E37}" destId="{4709A0D5-04C5-4BB8-B2FE-4CEDE2920F44}" srcOrd="0" destOrd="0" presId="urn:microsoft.com/office/officeart/2005/8/layout/hProcess11"/>
    <dgm:cxn modelId="{C82F6BAD-ECE3-4D11-8711-FD117A16DC5E}" type="presOf" srcId="{2E4697B2-8B6E-433F-873A-8B74E7D98868}" destId="{99E100E0-FC47-49D5-9AED-848E2B127C23}" srcOrd="0" destOrd="0" presId="urn:microsoft.com/office/officeart/2005/8/layout/hProcess11"/>
    <dgm:cxn modelId="{9C41C0AD-E1E9-441C-9500-93D8185FAD25}" srcId="{94CCBD31-7087-4017-B764-29F184C96E8D}" destId="{4AAB0783-6ED5-475A-9156-77079B6CA0E1}" srcOrd="7" destOrd="0" parTransId="{50844085-9355-41AE-A2D3-409511E82D8A}" sibTransId="{442943DF-842C-4316-8F8E-7E4BD7F4B710}"/>
    <dgm:cxn modelId="{043F66BB-2246-4AB2-AC8B-4C8E8E3F52C0}" srcId="{94CCBD31-7087-4017-B764-29F184C96E8D}" destId="{B3BF63E3-1075-4A58-A24D-E40CDBD664DD}" srcOrd="9" destOrd="0" parTransId="{6035F767-B42D-4133-8319-E06A62878E4D}" sibTransId="{3D516EC6-A1F6-48DA-AC57-1788B1E1A316}"/>
    <dgm:cxn modelId="{94B8BCC3-628E-4432-AC23-8F3FFDC24219}" srcId="{94CCBD31-7087-4017-B764-29F184C96E8D}" destId="{BE692D46-634D-4FDC-A51A-87BA45B64924}" srcOrd="8" destOrd="0" parTransId="{5E8F7ACB-6099-41FE-99EA-A44EAE5D66CE}" sibTransId="{568D8AF6-38B2-4323-8608-FB20106ECD10}"/>
    <dgm:cxn modelId="{605F92C9-9487-4295-92E8-BC5A8AA4125B}" type="presOf" srcId="{4AAB0783-6ED5-475A-9156-77079B6CA0E1}" destId="{C39AFB71-F6FE-42AC-A214-D249D4F03518}" srcOrd="0" destOrd="0" presId="urn:microsoft.com/office/officeart/2005/8/layout/hProcess11"/>
    <dgm:cxn modelId="{49C9CDC9-A3A9-42E1-9EB5-6BEBEDC940F6}" srcId="{94CCBD31-7087-4017-B764-29F184C96E8D}" destId="{60C9BAFC-BAFF-42DE-9774-791F4C456E13}" srcOrd="3" destOrd="0" parTransId="{D4FE2491-2DE5-4B03-8E23-F5ADD58F8DB9}" sibTransId="{C52A7D5D-BA36-41B3-A68C-8146BEEC410A}"/>
    <dgm:cxn modelId="{E32E8FD0-32DC-4269-AFA0-842E5AF3AE24}" type="presOf" srcId="{468C1909-2FC9-4304-9D25-283D8E970FA1}" destId="{A5EB2D89-DA63-47EB-A847-EA5A7CB8B08B}" srcOrd="0" destOrd="0" presId="urn:microsoft.com/office/officeart/2005/8/layout/hProcess11"/>
    <dgm:cxn modelId="{86BE52D5-6D71-4B4E-B0C7-99DFD79457D8}" type="presOf" srcId="{BE692D46-634D-4FDC-A51A-87BA45B64924}" destId="{365F8535-7BD1-4376-97FF-12D1ADA2BC86}" srcOrd="0" destOrd="0" presId="urn:microsoft.com/office/officeart/2005/8/layout/hProcess11"/>
    <dgm:cxn modelId="{647592D7-447C-480A-AE35-8FF72FE29C3B}" type="presOf" srcId="{F6788994-4BCF-46D3-9BA9-E1112A0FD81C}" destId="{A8E65E9A-0192-4B15-9AF0-CEB223A5C74C}" srcOrd="0" destOrd="0" presId="urn:microsoft.com/office/officeart/2005/8/layout/hProcess11"/>
    <dgm:cxn modelId="{EA8520DC-ACE4-48E0-935F-37E5ACFDFFD3}" srcId="{94CCBD31-7087-4017-B764-29F184C96E8D}" destId="{A8B3AD42-B10A-40E6-A658-2B8BD80B7EFE}" srcOrd="2" destOrd="0" parTransId="{FD71414F-D5D7-4872-9A4D-2D89C0E40F37}" sibTransId="{1F0D89BC-1063-4CC5-B5D2-420C4C0E36D4}"/>
    <dgm:cxn modelId="{B5D541F6-1A81-45FF-AC50-B272BD2E3BD4}" type="presOf" srcId="{60C9BAFC-BAFF-42DE-9774-791F4C456E13}" destId="{CB68DC50-D4B8-4145-9E13-56E7A1687142}" srcOrd="0" destOrd="0" presId="urn:microsoft.com/office/officeart/2005/8/layout/hProcess11"/>
    <dgm:cxn modelId="{D8B79BFE-DB5F-4123-9DBE-EB8B3C12E821}" type="presOf" srcId="{B3BF63E3-1075-4A58-A24D-E40CDBD664DD}" destId="{A76E3A33-6EE1-4FCF-A0F9-566FC099E9D1}" srcOrd="0" destOrd="0" presId="urn:microsoft.com/office/officeart/2005/8/layout/hProcess11"/>
    <dgm:cxn modelId="{DEA9CFFF-E1BB-4B1F-A125-E833CD3A7A1E}" type="presOf" srcId="{71A77BC2-2711-4252-A4B9-0398B96F9A30}" destId="{60385940-3DF8-43F4-AD88-027983E32159}" srcOrd="0" destOrd="0" presId="urn:microsoft.com/office/officeart/2005/8/layout/hProcess11"/>
    <dgm:cxn modelId="{5D991B6F-600B-4510-AB83-36713035D291}" type="presParOf" srcId="{DDCDC8C2-5076-40CF-9884-26FA750335FF}" destId="{99F1DE00-8C32-4B16-BB7F-28B37656FDE5}" srcOrd="0" destOrd="0" presId="urn:microsoft.com/office/officeart/2005/8/layout/hProcess11"/>
    <dgm:cxn modelId="{EE185D4D-8FF4-48B7-A4B3-997BAF817E20}" type="presParOf" srcId="{DDCDC8C2-5076-40CF-9884-26FA750335FF}" destId="{6C0AE3D7-785C-43C7-9961-A99670E46AEE}" srcOrd="1" destOrd="0" presId="urn:microsoft.com/office/officeart/2005/8/layout/hProcess11"/>
    <dgm:cxn modelId="{E9CD35A0-E1A3-4554-A506-E20608EB2DE0}" type="presParOf" srcId="{6C0AE3D7-785C-43C7-9961-A99670E46AEE}" destId="{24685955-3AF7-4B99-8FAF-F47EF106A02C}" srcOrd="0" destOrd="0" presId="urn:microsoft.com/office/officeart/2005/8/layout/hProcess11"/>
    <dgm:cxn modelId="{9A09730E-D4BA-4CE5-B44D-86869C9D642C}" type="presParOf" srcId="{24685955-3AF7-4B99-8FAF-F47EF106A02C}" destId="{A5EB2D89-DA63-47EB-A847-EA5A7CB8B08B}" srcOrd="0" destOrd="0" presId="urn:microsoft.com/office/officeart/2005/8/layout/hProcess11"/>
    <dgm:cxn modelId="{EC76B624-5F09-4A40-8BFF-666602504EEB}" type="presParOf" srcId="{24685955-3AF7-4B99-8FAF-F47EF106A02C}" destId="{62EBF29E-4D6A-4AA1-8899-DE6FA9AE989D}" srcOrd="1" destOrd="0" presId="urn:microsoft.com/office/officeart/2005/8/layout/hProcess11"/>
    <dgm:cxn modelId="{EBB1CE17-D0BE-4984-B8F1-9449926B5155}" type="presParOf" srcId="{24685955-3AF7-4B99-8FAF-F47EF106A02C}" destId="{795A246E-50A4-41CA-AEAC-F92763B92F33}" srcOrd="2" destOrd="0" presId="urn:microsoft.com/office/officeart/2005/8/layout/hProcess11"/>
    <dgm:cxn modelId="{92F4F1B6-C927-472A-8E2D-C3939F91565E}" type="presParOf" srcId="{6C0AE3D7-785C-43C7-9961-A99670E46AEE}" destId="{7DAFB55D-EF69-4196-B261-EE80CE3ECEA1}" srcOrd="1" destOrd="0" presId="urn:microsoft.com/office/officeart/2005/8/layout/hProcess11"/>
    <dgm:cxn modelId="{1140F7A7-95A7-47D7-A288-2DBB4B9B0E80}" type="presParOf" srcId="{6C0AE3D7-785C-43C7-9961-A99670E46AEE}" destId="{0AF5FBDD-F224-44D8-926B-0DC2125E3FF9}" srcOrd="2" destOrd="0" presId="urn:microsoft.com/office/officeart/2005/8/layout/hProcess11"/>
    <dgm:cxn modelId="{178CFA10-2908-4E95-A648-59FBAE9684DB}" type="presParOf" srcId="{0AF5FBDD-F224-44D8-926B-0DC2125E3FF9}" destId="{60385940-3DF8-43F4-AD88-027983E32159}" srcOrd="0" destOrd="0" presId="urn:microsoft.com/office/officeart/2005/8/layout/hProcess11"/>
    <dgm:cxn modelId="{E45307FB-8AC1-4B01-9C25-7E429A8A7A4B}" type="presParOf" srcId="{0AF5FBDD-F224-44D8-926B-0DC2125E3FF9}" destId="{8D7A0F61-06D4-4A61-A037-F9C9FE263684}" srcOrd="1" destOrd="0" presId="urn:microsoft.com/office/officeart/2005/8/layout/hProcess11"/>
    <dgm:cxn modelId="{1C7776D7-A43F-48AB-9274-E5F13D35DBB8}" type="presParOf" srcId="{0AF5FBDD-F224-44D8-926B-0DC2125E3FF9}" destId="{61E96B1B-3706-4BA3-8E21-D381BAF4349D}" srcOrd="2" destOrd="0" presId="urn:microsoft.com/office/officeart/2005/8/layout/hProcess11"/>
    <dgm:cxn modelId="{F2812AAC-3237-4CEC-ADF2-BE4D0217BE41}" type="presParOf" srcId="{6C0AE3D7-785C-43C7-9961-A99670E46AEE}" destId="{2BB1FC47-2F71-4070-9A91-D4FC028B0918}" srcOrd="3" destOrd="0" presId="urn:microsoft.com/office/officeart/2005/8/layout/hProcess11"/>
    <dgm:cxn modelId="{A2C9ADA4-F336-4B99-A927-0AF6D30039F5}" type="presParOf" srcId="{6C0AE3D7-785C-43C7-9961-A99670E46AEE}" destId="{1138DF18-4337-4F10-8C18-6F9D9652D794}" srcOrd="4" destOrd="0" presId="urn:microsoft.com/office/officeart/2005/8/layout/hProcess11"/>
    <dgm:cxn modelId="{9678DF09-0A1D-480A-8663-7D80498C03FD}" type="presParOf" srcId="{1138DF18-4337-4F10-8C18-6F9D9652D794}" destId="{5C213AAC-375B-46E8-9A99-330F495FB2C7}" srcOrd="0" destOrd="0" presId="urn:microsoft.com/office/officeart/2005/8/layout/hProcess11"/>
    <dgm:cxn modelId="{255C3B1F-8378-452B-9B9D-03759B816CE8}" type="presParOf" srcId="{1138DF18-4337-4F10-8C18-6F9D9652D794}" destId="{D0E34019-0C65-43D8-868C-FA76556F870F}" srcOrd="1" destOrd="0" presId="urn:microsoft.com/office/officeart/2005/8/layout/hProcess11"/>
    <dgm:cxn modelId="{E79E55BA-0963-4DB5-B42C-57F78B3923A3}" type="presParOf" srcId="{1138DF18-4337-4F10-8C18-6F9D9652D794}" destId="{6C0FC728-EC75-4D8F-90AA-C64D5BAEAAAF}" srcOrd="2" destOrd="0" presId="urn:microsoft.com/office/officeart/2005/8/layout/hProcess11"/>
    <dgm:cxn modelId="{67FBF1B5-DDFC-4704-92CC-4D4ABE19E86B}" type="presParOf" srcId="{6C0AE3D7-785C-43C7-9961-A99670E46AEE}" destId="{5D5F5CF9-CA04-4565-B2C9-186685C181E2}" srcOrd="5" destOrd="0" presId="urn:microsoft.com/office/officeart/2005/8/layout/hProcess11"/>
    <dgm:cxn modelId="{4EC54AB2-EBA2-4247-BC9A-7438C665F9DF}" type="presParOf" srcId="{6C0AE3D7-785C-43C7-9961-A99670E46AEE}" destId="{CCC562C5-A5FA-4CAE-B950-78ABFDEBF057}" srcOrd="6" destOrd="0" presId="urn:microsoft.com/office/officeart/2005/8/layout/hProcess11"/>
    <dgm:cxn modelId="{AE5CE6F7-9DF5-4D1D-8E3E-87EE6EB43307}" type="presParOf" srcId="{CCC562C5-A5FA-4CAE-B950-78ABFDEBF057}" destId="{CB68DC50-D4B8-4145-9E13-56E7A1687142}" srcOrd="0" destOrd="0" presId="urn:microsoft.com/office/officeart/2005/8/layout/hProcess11"/>
    <dgm:cxn modelId="{0FA375D5-5D62-4A9E-AA18-B7BE72AB0894}" type="presParOf" srcId="{CCC562C5-A5FA-4CAE-B950-78ABFDEBF057}" destId="{4BCB20BF-FA37-46A6-B6D2-F5B6A11BF460}" srcOrd="1" destOrd="0" presId="urn:microsoft.com/office/officeart/2005/8/layout/hProcess11"/>
    <dgm:cxn modelId="{7AEA0F13-FC8D-4D31-94A8-DC038F18E9A7}" type="presParOf" srcId="{CCC562C5-A5FA-4CAE-B950-78ABFDEBF057}" destId="{908964C3-770E-4A48-B116-5B0387EC6E2B}" srcOrd="2" destOrd="0" presId="urn:microsoft.com/office/officeart/2005/8/layout/hProcess11"/>
    <dgm:cxn modelId="{145A392E-439D-4B52-89C8-670FB26A8303}" type="presParOf" srcId="{6C0AE3D7-785C-43C7-9961-A99670E46AEE}" destId="{4AEBCE3A-3177-48A1-A4CB-BB76F5778E6F}" srcOrd="7" destOrd="0" presId="urn:microsoft.com/office/officeart/2005/8/layout/hProcess11"/>
    <dgm:cxn modelId="{C4BA5A20-876D-4C9D-B0D0-ED6CFC9B4A05}" type="presParOf" srcId="{6C0AE3D7-785C-43C7-9961-A99670E46AEE}" destId="{D50820D7-E58D-4DF2-B854-0B6F923000F9}" srcOrd="8" destOrd="0" presId="urn:microsoft.com/office/officeart/2005/8/layout/hProcess11"/>
    <dgm:cxn modelId="{44D12729-2922-410A-9553-166E5C73A011}" type="presParOf" srcId="{D50820D7-E58D-4DF2-B854-0B6F923000F9}" destId="{4709A0D5-04C5-4BB8-B2FE-4CEDE2920F44}" srcOrd="0" destOrd="0" presId="urn:microsoft.com/office/officeart/2005/8/layout/hProcess11"/>
    <dgm:cxn modelId="{326425EE-E905-4247-858D-DAA55947A0CA}" type="presParOf" srcId="{D50820D7-E58D-4DF2-B854-0B6F923000F9}" destId="{466AD958-C4D5-4112-AF23-96EED83BA457}" srcOrd="1" destOrd="0" presId="urn:microsoft.com/office/officeart/2005/8/layout/hProcess11"/>
    <dgm:cxn modelId="{3BBA8BC1-7102-4267-A2EE-153CC93756CC}" type="presParOf" srcId="{D50820D7-E58D-4DF2-B854-0B6F923000F9}" destId="{DC200DDA-F378-4C83-99AD-5D6846A99D8A}" srcOrd="2" destOrd="0" presId="urn:microsoft.com/office/officeart/2005/8/layout/hProcess11"/>
    <dgm:cxn modelId="{D6B2836F-5522-445B-A1B8-EA204D53BB4C}" type="presParOf" srcId="{6C0AE3D7-785C-43C7-9961-A99670E46AEE}" destId="{015C98A1-E430-4573-BA9C-E9235E8A0831}" srcOrd="9" destOrd="0" presId="urn:microsoft.com/office/officeart/2005/8/layout/hProcess11"/>
    <dgm:cxn modelId="{1CEC1DAA-10AD-413E-A174-6580DE881D63}" type="presParOf" srcId="{6C0AE3D7-785C-43C7-9961-A99670E46AEE}" destId="{1C5C508B-F0A4-4131-9C84-F76D7BEF787F}" srcOrd="10" destOrd="0" presId="urn:microsoft.com/office/officeart/2005/8/layout/hProcess11"/>
    <dgm:cxn modelId="{0A3516DB-A45C-4E67-B7B0-A3A74D510CD5}" type="presParOf" srcId="{1C5C508B-F0A4-4131-9C84-F76D7BEF787F}" destId="{A8E65E9A-0192-4B15-9AF0-CEB223A5C74C}" srcOrd="0" destOrd="0" presId="urn:microsoft.com/office/officeart/2005/8/layout/hProcess11"/>
    <dgm:cxn modelId="{197A40C8-DDD7-42FC-A71F-6C6CB89DE58E}" type="presParOf" srcId="{1C5C508B-F0A4-4131-9C84-F76D7BEF787F}" destId="{A9F8B957-ED19-4537-BB0A-9BE5B850EB18}" srcOrd="1" destOrd="0" presId="urn:microsoft.com/office/officeart/2005/8/layout/hProcess11"/>
    <dgm:cxn modelId="{46F68686-B655-45F4-87AD-AE9DCFDEB699}" type="presParOf" srcId="{1C5C508B-F0A4-4131-9C84-F76D7BEF787F}" destId="{48B359A9-858A-47D1-B931-930C50206E6F}" srcOrd="2" destOrd="0" presId="urn:microsoft.com/office/officeart/2005/8/layout/hProcess11"/>
    <dgm:cxn modelId="{74A594AB-0503-40AD-8A89-28E93EB97A83}" type="presParOf" srcId="{6C0AE3D7-785C-43C7-9961-A99670E46AEE}" destId="{4F9C9647-53AD-4D88-A808-61693A634F7B}" srcOrd="11" destOrd="0" presId="urn:microsoft.com/office/officeart/2005/8/layout/hProcess11"/>
    <dgm:cxn modelId="{E71404B2-9DEF-451A-A39A-9D6243D304BB}" type="presParOf" srcId="{6C0AE3D7-785C-43C7-9961-A99670E46AEE}" destId="{B44E9C37-EEEC-4ACA-A5A1-78601642CA25}" srcOrd="12" destOrd="0" presId="urn:microsoft.com/office/officeart/2005/8/layout/hProcess11"/>
    <dgm:cxn modelId="{484E74E4-A035-48F5-ABB0-C834ABC0BAF6}" type="presParOf" srcId="{B44E9C37-EEEC-4ACA-A5A1-78601642CA25}" destId="{C67DA392-10AE-43EF-B43B-6B88A1AEC4D7}" srcOrd="0" destOrd="0" presId="urn:microsoft.com/office/officeart/2005/8/layout/hProcess11"/>
    <dgm:cxn modelId="{AB564490-2096-4A65-AF1B-64CD16707E13}" type="presParOf" srcId="{B44E9C37-EEEC-4ACA-A5A1-78601642CA25}" destId="{D3A91CA8-409F-4A8E-B1F5-035E22EC6C2D}" srcOrd="1" destOrd="0" presId="urn:microsoft.com/office/officeart/2005/8/layout/hProcess11"/>
    <dgm:cxn modelId="{A60DC951-A23B-41AC-991D-952AFEF55E73}" type="presParOf" srcId="{B44E9C37-EEEC-4ACA-A5A1-78601642CA25}" destId="{A5E69A3D-4EE9-40D2-A30D-B453F71A4832}" srcOrd="2" destOrd="0" presId="urn:microsoft.com/office/officeart/2005/8/layout/hProcess11"/>
    <dgm:cxn modelId="{3D7AD69B-93EE-4D0E-9D36-D57A49D3AC67}" type="presParOf" srcId="{6C0AE3D7-785C-43C7-9961-A99670E46AEE}" destId="{D3B20FB2-1F97-4EE2-9027-E67157169F32}" srcOrd="13" destOrd="0" presId="urn:microsoft.com/office/officeart/2005/8/layout/hProcess11"/>
    <dgm:cxn modelId="{DD633B68-0D27-48DD-9C1E-C5CB4DB1825F}" type="presParOf" srcId="{6C0AE3D7-785C-43C7-9961-A99670E46AEE}" destId="{FEE0A56B-842F-48EC-B773-2A3A6A25CC0F}" srcOrd="14" destOrd="0" presId="urn:microsoft.com/office/officeart/2005/8/layout/hProcess11"/>
    <dgm:cxn modelId="{CCD4DF20-003A-4F9C-9C56-6826DAE03C89}" type="presParOf" srcId="{FEE0A56B-842F-48EC-B773-2A3A6A25CC0F}" destId="{C39AFB71-F6FE-42AC-A214-D249D4F03518}" srcOrd="0" destOrd="0" presId="urn:microsoft.com/office/officeart/2005/8/layout/hProcess11"/>
    <dgm:cxn modelId="{27F1B12A-DA7D-4A3D-9E9B-29E544E3B255}" type="presParOf" srcId="{FEE0A56B-842F-48EC-B773-2A3A6A25CC0F}" destId="{4536F8B5-158D-4082-8F7B-D173CF7437C6}" srcOrd="1" destOrd="0" presId="urn:microsoft.com/office/officeart/2005/8/layout/hProcess11"/>
    <dgm:cxn modelId="{DA8B925C-00E1-4928-983C-58FA2DBDF1E1}" type="presParOf" srcId="{FEE0A56B-842F-48EC-B773-2A3A6A25CC0F}" destId="{E9C575D5-2123-4323-B6CF-EF74F8829EFD}" srcOrd="2" destOrd="0" presId="urn:microsoft.com/office/officeart/2005/8/layout/hProcess11"/>
    <dgm:cxn modelId="{B359A51E-5554-4F0D-B526-BB4D5033F20B}" type="presParOf" srcId="{6C0AE3D7-785C-43C7-9961-A99670E46AEE}" destId="{C7CE7685-4586-40CD-9C35-B80E971533D0}" srcOrd="15" destOrd="0" presId="urn:microsoft.com/office/officeart/2005/8/layout/hProcess11"/>
    <dgm:cxn modelId="{64E78775-49B0-4BF9-B59D-8BA79B463363}" type="presParOf" srcId="{6C0AE3D7-785C-43C7-9961-A99670E46AEE}" destId="{0CCD7410-F5CB-40C3-B8A4-E4756F3B56FD}" srcOrd="16" destOrd="0" presId="urn:microsoft.com/office/officeart/2005/8/layout/hProcess11"/>
    <dgm:cxn modelId="{D89DE77C-996E-4146-93E0-FEAEF3BF98FE}" type="presParOf" srcId="{0CCD7410-F5CB-40C3-B8A4-E4756F3B56FD}" destId="{365F8535-7BD1-4376-97FF-12D1ADA2BC86}" srcOrd="0" destOrd="0" presId="urn:microsoft.com/office/officeart/2005/8/layout/hProcess11"/>
    <dgm:cxn modelId="{AD326DD8-23A7-4432-8597-C6CB793BF81E}" type="presParOf" srcId="{0CCD7410-F5CB-40C3-B8A4-E4756F3B56FD}" destId="{C9760955-393D-467E-A8CE-75844209A595}" srcOrd="1" destOrd="0" presId="urn:microsoft.com/office/officeart/2005/8/layout/hProcess11"/>
    <dgm:cxn modelId="{762281D0-4756-493F-9ABB-D54333573F4F}" type="presParOf" srcId="{0CCD7410-F5CB-40C3-B8A4-E4756F3B56FD}" destId="{4C0ADF48-47B5-4865-88F5-FE01F29C1C4C}" srcOrd="2" destOrd="0" presId="urn:microsoft.com/office/officeart/2005/8/layout/hProcess11"/>
    <dgm:cxn modelId="{47A9D190-625D-4271-AE7E-99479E94B5F1}" type="presParOf" srcId="{6C0AE3D7-785C-43C7-9961-A99670E46AEE}" destId="{F259E295-580C-40C4-87D2-32B45A55799A}" srcOrd="17" destOrd="0" presId="urn:microsoft.com/office/officeart/2005/8/layout/hProcess11"/>
    <dgm:cxn modelId="{A2348F9A-4057-47CF-A663-D0DA08BEB32B}" type="presParOf" srcId="{6C0AE3D7-785C-43C7-9961-A99670E46AEE}" destId="{B44F4393-B765-4EB0-9909-660B2E2C6145}" srcOrd="18" destOrd="0" presId="urn:microsoft.com/office/officeart/2005/8/layout/hProcess11"/>
    <dgm:cxn modelId="{986FD21D-BA83-42FE-8429-3E7346A875A8}" type="presParOf" srcId="{B44F4393-B765-4EB0-9909-660B2E2C6145}" destId="{A76E3A33-6EE1-4FCF-A0F9-566FC099E9D1}" srcOrd="0" destOrd="0" presId="urn:microsoft.com/office/officeart/2005/8/layout/hProcess11"/>
    <dgm:cxn modelId="{6DEC55FB-F617-41BA-A45B-64DFAEA52CDE}" type="presParOf" srcId="{B44F4393-B765-4EB0-9909-660B2E2C6145}" destId="{7A0ACF9B-91F2-485C-B7D4-3D4453B769A9}" srcOrd="1" destOrd="0" presId="urn:microsoft.com/office/officeart/2005/8/layout/hProcess11"/>
    <dgm:cxn modelId="{2063AF04-F94D-4994-988E-5C689563E440}" type="presParOf" srcId="{B44F4393-B765-4EB0-9909-660B2E2C6145}" destId="{1B211A6D-3743-4E90-B8AA-34099A1A5338}" srcOrd="2" destOrd="0" presId="urn:microsoft.com/office/officeart/2005/8/layout/hProcess11"/>
    <dgm:cxn modelId="{AD122D09-F885-42B2-82ED-8F1F192B4DC0}" type="presParOf" srcId="{6C0AE3D7-785C-43C7-9961-A99670E46AEE}" destId="{3C4BBB94-AC53-444D-BF5B-97352BB77E0E}" srcOrd="19" destOrd="0" presId="urn:microsoft.com/office/officeart/2005/8/layout/hProcess11"/>
    <dgm:cxn modelId="{C2E824AF-BE4C-48B7-84CF-41F51A8AA631}" type="presParOf" srcId="{6C0AE3D7-785C-43C7-9961-A99670E46AEE}" destId="{2EDA6C37-6E33-416B-80C8-60FFA905D5ED}" srcOrd="20" destOrd="0" presId="urn:microsoft.com/office/officeart/2005/8/layout/hProcess11"/>
    <dgm:cxn modelId="{23E8B319-AC69-463C-8CE4-60D827F5E256}" type="presParOf" srcId="{2EDA6C37-6E33-416B-80C8-60FFA905D5ED}" destId="{99E100E0-FC47-49D5-9AED-848E2B127C23}" srcOrd="0" destOrd="0" presId="urn:microsoft.com/office/officeart/2005/8/layout/hProcess11"/>
    <dgm:cxn modelId="{47969912-7BBF-46B3-9359-4A00246173CB}" type="presParOf" srcId="{2EDA6C37-6E33-416B-80C8-60FFA905D5ED}" destId="{1F32949D-2E9B-48A2-9D7B-B08D1DDBF9B5}" srcOrd="1" destOrd="0" presId="urn:microsoft.com/office/officeart/2005/8/layout/hProcess11"/>
    <dgm:cxn modelId="{E9CCEE90-5D29-4E41-BDA6-03947F018211}" type="presParOf" srcId="{2EDA6C37-6E33-416B-80C8-60FFA905D5ED}" destId="{294B3EAB-6893-4A85-B006-AD62D889F104}"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1DE00-8C32-4B16-BB7F-28B37656FDE5}">
      <dsp:nvSpPr>
        <dsp:cNvPr id="0" name=""/>
        <dsp:cNvSpPr/>
      </dsp:nvSpPr>
      <dsp:spPr>
        <a:xfrm>
          <a:off x="69221" y="1215647"/>
          <a:ext cx="9050365" cy="531848"/>
        </a:xfrm>
        <a:prstGeom prst="notched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EB2D89-DA63-47EB-A847-EA5A7CB8B08B}">
      <dsp:nvSpPr>
        <dsp:cNvPr id="0" name=""/>
        <dsp:cNvSpPr/>
      </dsp:nvSpPr>
      <dsp:spPr>
        <a:xfrm>
          <a:off x="24413"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Contact Purchasing</a:t>
          </a:r>
        </a:p>
      </dsp:txBody>
      <dsp:txXfrm>
        <a:off x="24413" y="0"/>
        <a:ext cx="715267" cy="1185257"/>
      </dsp:txXfrm>
    </dsp:sp>
    <dsp:sp modelId="{62EBF29E-4D6A-4AA1-8899-DE6FA9AE989D}">
      <dsp:nvSpPr>
        <dsp:cNvPr id="0" name=""/>
        <dsp:cNvSpPr/>
      </dsp:nvSpPr>
      <dsp:spPr>
        <a:xfrm>
          <a:off x="233890" y="1333414"/>
          <a:ext cx="296314" cy="296314"/>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385940-3DF8-43F4-AD88-027983E32159}">
      <dsp:nvSpPr>
        <dsp:cNvPr id="0" name=""/>
        <dsp:cNvSpPr/>
      </dsp:nvSpPr>
      <dsp:spPr>
        <a:xfrm>
          <a:off x="775444" y="1777885"/>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kern="1200" dirty="0"/>
            <a:t>Define Requirements</a:t>
          </a:r>
        </a:p>
      </dsp:txBody>
      <dsp:txXfrm>
        <a:off x="775444" y="1777885"/>
        <a:ext cx="715267" cy="1185257"/>
      </dsp:txXfrm>
    </dsp:sp>
    <dsp:sp modelId="{8D7A0F61-06D4-4A61-A037-F9C9FE263684}">
      <dsp:nvSpPr>
        <dsp:cNvPr id="0" name=""/>
        <dsp:cNvSpPr/>
      </dsp:nvSpPr>
      <dsp:spPr>
        <a:xfrm>
          <a:off x="984921" y="1333414"/>
          <a:ext cx="296314" cy="296314"/>
        </a:xfrm>
        <a:prstGeom prst="ellipse">
          <a:avLst/>
        </a:prstGeom>
        <a:solidFill>
          <a:schemeClr val="accent4">
            <a:hueOff val="-446477"/>
            <a:satOff val="2690"/>
            <a:lumOff val="21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213AAC-375B-46E8-9A99-330F495FB2C7}">
      <dsp:nvSpPr>
        <dsp:cNvPr id="0" name=""/>
        <dsp:cNvSpPr/>
      </dsp:nvSpPr>
      <dsp:spPr>
        <a:xfrm>
          <a:off x="1526475"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Competitive bid (over $250K)*</a:t>
          </a:r>
        </a:p>
      </dsp:txBody>
      <dsp:txXfrm>
        <a:off x="1526475" y="0"/>
        <a:ext cx="715267" cy="1185257"/>
      </dsp:txXfrm>
    </dsp:sp>
    <dsp:sp modelId="{D0E34019-0C65-43D8-868C-FA76556F870F}">
      <dsp:nvSpPr>
        <dsp:cNvPr id="0" name=""/>
        <dsp:cNvSpPr/>
      </dsp:nvSpPr>
      <dsp:spPr>
        <a:xfrm>
          <a:off x="1735952" y="1333414"/>
          <a:ext cx="296314" cy="296314"/>
        </a:xfrm>
        <a:prstGeom prst="ellipse">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68DC50-D4B8-4145-9E13-56E7A1687142}">
      <dsp:nvSpPr>
        <dsp:cNvPr id="0" name=""/>
        <dsp:cNvSpPr/>
      </dsp:nvSpPr>
      <dsp:spPr>
        <a:xfrm>
          <a:off x="2277507" y="1777885"/>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kern="1200" dirty="0"/>
            <a:t>ADCT/SET</a:t>
          </a:r>
        </a:p>
      </dsp:txBody>
      <dsp:txXfrm>
        <a:off x="2277507" y="1777885"/>
        <a:ext cx="715267" cy="1185257"/>
      </dsp:txXfrm>
    </dsp:sp>
    <dsp:sp modelId="{4BCB20BF-FA37-46A6-B6D2-F5B6A11BF460}">
      <dsp:nvSpPr>
        <dsp:cNvPr id="0" name=""/>
        <dsp:cNvSpPr/>
      </dsp:nvSpPr>
      <dsp:spPr>
        <a:xfrm>
          <a:off x="2486984" y="1333414"/>
          <a:ext cx="296314" cy="296314"/>
        </a:xfrm>
        <a:prstGeom prst="ellipse">
          <a:avLst/>
        </a:prstGeom>
        <a:solidFill>
          <a:schemeClr val="accent4">
            <a:hueOff val="-1339431"/>
            <a:satOff val="8070"/>
            <a:lumOff val="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09A0D5-04C5-4BB8-B2FE-4CEDE2920F44}">
      <dsp:nvSpPr>
        <dsp:cNvPr id="0" name=""/>
        <dsp:cNvSpPr/>
      </dsp:nvSpPr>
      <dsp:spPr>
        <a:xfrm>
          <a:off x="3028538"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Negotiate contract*</a:t>
          </a:r>
        </a:p>
      </dsp:txBody>
      <dsp:txXfrm>
        <a:off x="3028538" y="0"/>
        <a:ext cx="715267" cy="1185257"/>
      </dsp:txXfrm>
    </dsp:sp>
    <dsp:sp modelId="{466AD958-C4D5-4112-AF23-96EED83BA457}">
      <dsp:nvSpPr>
        <dsp:cNvPr id="0" name=""/>
        <dsp:cNvSpPr/>
      </dsp:nvSpPr>
      <dsp:spPr>
        <a:xfrm>
          <a:off x="3238015" y="1333414"/>
          <a:ext cx="296314" cy="296314"/>
        </a:xfrm>
        <a:prstGeom prst="ellipse">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E65E9A-0192-4B15-9AF0-CEB223A5C74C}">
      <dsp:nvSpPr>
        <dsp:cNvPr id="0" name=""/>
        <dsp:cNvSpPr/>
      </dsp:nvSpPr>
      <dsp:spPr>
        <a:xfrm>
          <a:off x="3779570" y="1777885"/>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kern="1200" dirty="0"/>
            <a:t>Set up supplier in SAP*</a:t>
          </a:r>
        </a:p>
      </dsp:txBody>
      <dsp:txXfrm>
        <a:off x="3779570" y="1777885"/>
        <a:ext cx="715267" cy="1185257"/>
      </dsp:txXfrm>
    </dsp:sp>
    <dsp:sp modelId="{A9F8B957-ED19-4537-BB0A-9BE5B850EB18}">
      <dsp:nvSpPr>
        <dsp:cNvPr id="0" name=""/>
        <dsp:cNvSpPr/>
      </dsp:nvSpPr>
      <dsp:spPr>
        <a:xfrm>
          <a:off x="3989046" y="1333414"/>
          <a:ext cx="296314" cy="296314"/>
        </a:xfrm>
        <a:prstGeom prst="ellipse">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7DA392-10AE-43EF-B43B-6B88A1AEC4D7}">
      <dsp:nvSpPr>
        <dsp:cNvPr id="0" name=""/>
        <dsp:cNvSpPr/>
      </dsp:nvSpPr>
      <dsp:spPr>
        <a:xfrm>
          <a:off x="4530601"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Create Ordering Document (e.g. SOW, Quote)</a:t>
          </a:r>
        </a:p>
      </dsp:txBody>
      <dsp:txXfrm>
        <a:off x="4530601" y="0"/>
        <a:ext cx="715267" cy="1185257"/>
      </dsp:txXfrm>
    </dsp:sp>
    <dsp:sp modelId="{D3A91CA8-409F-4A8E-B1F5-035E22EC6C2D}">
      <dsp:nvSpPr>
        <dsp:cNvPr id="0" name=""/>
        <dsp:cNvSpPr/>
      </dsp:nvSpPr>
      <dsp:spPr>
        <a:xfrm>
          <a:off x="4740078" y="1333414"/>
          <a:ext cx="296314" cy="296314"/>
        </a:xfrm>
        <a:prstGeom prst="ellipse">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9AFB71-F6FE-42AC-A214-D249D4F03518}">
      <dsp:nvSpPr>
        <dsp:cNvPr id="0" name=""/>
        <dsp:cNvSpPr/>
      </dsp:nvSpPr>
      <dsp:spPr>
        <a:xfrm>
          <a:off x="5281632" y="1777885"/>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kern="1200" dirty="0"/>
            <a:t>Purchasing review of Ordering documents</a:t>
          </a:r>
        </a:p>
      </dsp:txBody>
      <dsp:txXfrm>
        <a:off x="5281632" y="1777885"/>
        <a:ext cx="715267" cy="1185257"/>
      </dsp:txXfrm>
    </dsp:sp>
    <dsp:sp modelId="{4536F8B5-158D-4082-8F7B-D173CF7437C6}">
      <dsp:nvSpPr>
        <dsp:cNvPr id="0" name=""/>
        <dsp:cNvSpPr/>
      </dsp:nvSpPr>
      <dsp:spPr>
        <a:xfrm>
          <a:off x="5491109" y="1333414"/>
          <a:ext cx="296314" cy="296314"/>
        </a:xfrm>
        <a:prstGeom prst="ellipse">
          <a:avLst/>
        </a:prstGeom>
        <a:solidFill>
          <a:schemeClr val="accent4">
            <a:hueOff val="-3125339"/>
            <a:satOff val="18829"/>
            <a:lumOff val="150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5F8535-7BD1-4376-97FF-12D1ADA2BC86}">
      <dsp:nvSpPr>
        <dsp:cNvPr id="0" name=""/>
        <dsp:cNvSpPr/>
      </dsp:nvSpPr>
      <dsp:spPr>
        <a:xfrm>
          <a:off x="6032664"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Submit documents for shopping cart</a:t>
          </a:r>
        </a:p>
      </dsp:txBody>
      <dsp:txXfrm>
        <a:off x="6032664" y="0"/>
        <a:ext cx="715267" cy="1185257"/>
      </dsp:txXfrm>
    </dsp:sp>
    <dsp:sp modelId="{C9760955-393D-467E-A8CE-75844209A595}">
      <dsp:nvSpPr>
        <dsp:cNvPr id="0" name=""/>
        <dsp:cNvSpPr/>
      </dsp:nvSpPr>
      <dsp:spPr>
        <a:xfrm>
          <a:off x="6242141" y="1333414"/>
          <a:ext cx="296314" cy="296314"/>
        </a:xfrm>
        <a:prstGeom prst="ellipse">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6E3A33-6EE1-4FCF-A0F9-566FC099E9D1}">
      <dsp:nvSpPr>
        <dsp:cNvPr id="0" name=""/>
        <dsp:cNvSpPr/>
      </dsp:nvSpPr>
      <dsp:spPr>
        <a:xfrm>
          <a:off x="6783695" y="1777885"/>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kern="1200" dirty="0"/>
            <a:t>Routes for Budgetary/ Finance approval</a:t>
          </a:r>
        </a:p>
      </dsp:txBody>
      <dsp:txXfrm>
        <a:off x="6783695" y="1777885"/>
        <a:ext cx="715267" cy="1185257"/>
      </dsp:txXfrm>
    </dsp:sp>
    <dsp:sp modelId="{7A0ACF9B-91F2-485C-B7D4-3D4453B769A9}">
      <dsp:nvSpPr>
        <dsp:cNvPr id="0" name=""/>
        <dsp:cNvSpPr/>
      </dsp:nvSpPr>
      <dsp:spPr>
        <a:xfrm>
          <a:off x="6993172" y="1333414"/>
          <a:ext cx="296314" cy="296314"/>
        </a:xfrm>
        <a:prstGeom prst="ellipse">
          <a:avLst/>
        </a:prstGeom>
        <a:solidFill>
          <a:schemeClr val="accent4">
            <a:hueOff val="-4018293"/>
            <a:satOff val="24209"/>
            <a:lumOff val="19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E100E0-FC47-49D5-9AED-848E2B127C23}">
      <dsp:nvSpPr>
        <dsp:cNvPr id="0" name=""/>
        <dsp:cNvSpPr/>
      </dsp:nvSpPr>
      <dsp:spPr>
        <a:xfrm>
          <a:off x="7534726" y="0"/>
          <a:ext cx="715267" cy="1185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kern="1200" dirty="0"/>
            <a:t>Purchasing signs, approves, and sends PO to supplier</a:t>
          </a:r>
        </a:p>
      </dsp:txBody>
      <dsp:txXfrm>
        <a:off x="7534726" y="0"/>
        <a:ext cx="715267" cy="1185257"/>
      </dsp:txXfrm>
    </dsp:sp>
    <dsp:sp modelId="{1F32949D-2E9B-48A2-9D7B-B08D1DDBF9B5}">
      <dsp:nvSpPr>
        <dsp:cNvPr id="0" name=""/>
        <dsp:cNvSpPr/>
      </dsp:nvSpPr>
      <dsp:spPr>
        <a:xfrm>
          <a:off x="7744203" y="1333414"/>
          <a:ext cx="296314" cy="296314"/>
        </a:xfrm>
        <a:prstGeom prst="ellipse">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12C9203-F67E-4328-A638-0A9DE3F09246}"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2300613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2C9203-F67E-4328-A638-0A9DE3F09246}"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1009934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2C9203-F67E-4328-A638-0A9DE3F09246}"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6014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2C9203-F67E-4328-A638-0A9DE3F09246}" type="datetimeFigureOut">
              <a:rPr lang="en-US" smtClean="0"/>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3050484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12C9203-F67E-4328-A638-0A9DE3F09246}" type="datetimeFigureOut">
              <a:rPr lang="en-US" smtClean="0"/>
              <a:t>10/11/2023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240420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2C9203-F67E-4328-A638-0A9DE3F09246}" type="datetimeFigureOut">
              <a:rPr lang="en-US" smtClean="0"/>
              <a:t>10/11/2023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2408534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2C9203-F67E-4328-A638-0A9DE3F09246}" type="datetimeFigureOut">
              <a:rPr lang="en-US" smtClean="0"/>
              <a:t>10/11/2023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76734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2C9203-F67E-4328-A638-0A9DE3F09246}" type="datetimeFigureOut">
              <a:rPr lang="en-US" smtClean="0"/>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2424589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2C9203-F67E-4328-A638-0A9DE3F09246}" type="datetimeFigureOut">
              <a:rPr lang="en-US" smtClean="0"/>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6942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2C9203-F67E-4328-A638-0A9DE3F09246}"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1259616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2C9203-F67E-4328-A638-0A9DE3F09246}"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7B778-827C-4BF3-AE78-FE6426C50A87}" type="slidenum">
              <a:rPr lang="en-US" smtClean="0"/>
              <a:t>‹#›</a:t>
            </a:fld>
            <a:endParaRPr lang="en-US"/>
          </a:p>
        </p:txBody>
      </p:sp>
    </p:spTree>
    <p:extLst>
      <p:ext uri="{BB962C8B-B14F-4D97-AF65-F5344CB8AC3E}">
        <p14:creationId xmlns:p14="http://schemas.microsoft.com/office/powerpoint/2010/main" val="191292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2C9203-F67E-4328-A638-0A9DE3F09246}" type="datetimeFigureOut">
              <a:rPr lang="en-US" smtClean="0"/>
              <a:t>10/11/2023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57B778-827C-4BF3-AE78-FE6426C50A87}" type="slidenum">
              <a:rPr lang="en-US" smtClean="0"/>
              <a:t>‹#›</a:t>
            </a:fld>
            <a:endParaRPr lang="en-US"/>
          </a:p>
        </p:txBody>
      </p:sp>
    </p:spTree>
    <p:extLst>
      <p:ext uri="{BB962C8B-B14F-4D97-AF65-F5344CB8AC3E}">
        <p14:creationId xmlns:p14="http://schemas.microsoft.com/office/powerpoint/2010/main" val="1828671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5.bin"/><Relationship Id="rId3" Type="http://schemas.openxmlformats.org/officeDocument/2006/relationships/package" Target="../embeddings/Microsoft_Word_Document.docx"/><Relationship Id="rId7" Type="http://schemas.openxmlformats.org/officeDocument/2006/relationships/oleObject" Target="../embeddings/oleObject2.bin"/><Relationship Id="rId12" Type="http://schemas.openxmlformats.org/officeDocument/2006/relationships/image" Target="../media/image8.emf"/><Relationship Id="rId2" Type="http://schemas.openxmlformats.org/officeDocument/2006/relationships/image" Target="../media/image3.png"/><Relationship Id="rId16" Type="http://schemas.openxmlformats.org/officeDocument/2006/relationships/image" Target="../media/image10.emf"/><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oleObject" Target="../embeddings/oleObject4.bin"/><Relationship Id="rId5" Type="http://schemas.openxmlformats.org/officeDocument/2006/relationships/oleObject" Target="../embeddings/oleObject1.bin"/><Relationship Id="rId15" Type="http://schemas.openxmlformats.org/officeDocument/2006/relationships/oleObject" Target="../embeddings/oleObject6.bin"/><Relationship Id="rId10" Type="http://schemas.openxmlformats.org/officeDocument/2006/relationships/image" Target="../media/image7.emf"/><Relationship Id="rId4" Type="http://schemas.openxmlformats.org/officeDocument/2006/relationships/image" Target="../media/image4.wmf"/><Relationship Id="rId9" Type="http://schemas.openxmlformats.org/officeDocument/2006/relationships/oleObject" Target="../embeddings/oleObject3.bin"/><Relationship Id="rId1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10.bin"/><Relationship Id="rId3" Type="http://schemas.openxmlformats.org/officeDocument/2006/relationships/package" Target="../embeddings/Microsoft_Word_Document1.docx"/><Relationship Id="rId7" Type="http://schemas.openxmlformats.org/officeDocument/2006/relationships/oleObject" Target="../embeddings/oleObject7.bin"/><Relationship Id="rId12" Type="http://schemas.openxmlformats.org/officeDocument/2006/relationships/image" Target="../media/image8.emf"/><Relationship Id="rId2" Type="http://schemas.openxmlformats.org/officeDocument/2006/relationships/image" Target="../media/image3.png"/><Relationship Id="rId16" Type="http://schemas.openxmlformats.org/officeDocument/2006/relationships/image" Target="../media/image10.emf"/><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oleObject" Target="../embeddings/oleObject9.bin"/><Relationship Id="rId5" Type="http://schemas.openxmlformats.org/officeDocument/2006/relationships/oleObject" Target="../embeddings/oleObject1.bin"/><Relationship Id="rId15" Type="http://schemas.openxmlformats.org/officeDocument/2006/relationships/oleObject" Target="../embeddings/oleObject11.bin"/><Relationship Id="rId10" Type="http://schemas.openxmlformats.org/officeDocument/2006/relationships/image" Target="../media/image7.emf"/><Relationship Id="rId4" Type="http://schemas.openxmlformats.org/officeDocument/2006/relationships/image" Target="../media/image4.wmf"/><Relationship Id="rId9" Type="http://schemas.openxmlformats.org/officeDocument/2006/relationships/oleObject" Target="../embeddings/oleObject8.bin"/><Relationship Id="rId14"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1856360336"/>
              </p:ext>
            </p:extLst>
          </p:nvPr>
        </p:nvGraphicFramePr>
        <p:xfrm>
          <a:off x="-18738" y="4495800"/>
          <a:ext cx="9144000" cy="29631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0" y="4648200"/>
            <a:ext cx="9144000" cy="369332"/>
          </a:xfrm>
          <a:prstGeom prst="rect">
            <a:avLst/>
          </a:prstGeom>
          <a:solidFill>
            <a:srgbClr val="002060">
              <a:alpha val="74902"/>
            </a:srgbClr>
          </a:solidFill>
        </p:spPr>
        <p:txBody>
          <a:bodyPr wrap="square" rtlCol="0">
            <a:spAutoFit/>
          </a:bodyPr>
          <a:lstStyle/>
          <a:p>
            <a:pPr algn="ctr"/>
            <a:r>
              <a:rPr lang="en-US" spc="600" dirty="0">
                <a:solidFill>
                  <a:schemeClr val="bg1"/>
                </a:solidFill>
              </a:rPr>
              <a:t>PROJECT LIFECYCLE </a:t>
            </a:r>
          </a:p>
        </p:txBody>
      </p:sp>
      <p:sp>
        <p:nvSpPr>
          <p:cNvPr id="9" name="TextBox 8"/>
          <p:cNvSpPr txBox="1"/>
          <p:nvPr/>
        </p:nvSpPr>
        <p:spPr>
          <a:xfrm>
            <a:off x="0" y="990600"/>
            <a:ext cx="4310044" cy="3908762"/>
          </a:xfrm>
          <a:prstGeom prst="rect">
            <a:avLst/>
          </a:prstGeom>
          <a:noFill/>
        </p:spPr>
        <p:txBody>
          <a:bodyPr wrap="square" rtlCol="0">
            <a:spAutoFit/>
          </a:bodyPr>
          <a:lstStyle/>
          <a:p>
            <a:r>
              <a:rPr lang="en-US" sz="1600" b="1" dirty="0">
                <a:solidFill>
                  <a:srgbClr val="002060"/>
                </a:solidFill>
                <a:cs typeface="Arial" panose="020B0604020202020204" pitchFamily="34" charset="0"/>
              </a:rPr>
              <a:t>You’ve identified a project… now here’s some things to consider:</a:t>
            </a:r>
          </a:p>
          <a:p>
            <a:pPr marL="111125" indent="-111125">
              <a:buFont typeface="Arial" panose="020B0604020202020204" pitchFamily="34" charset="0"/>
              <a:buChar char="•"/>
            </a:pPr>
            <a:r>
              <a:rPr lang="en-US" sz="1600" dirty="0">
                <a:solidFill>
                  <a:srgbClr val="002060"/>
                </a:solidFill>
                <a:cs typeface="Arial" panose="020B0604020202020204" pitchFamily="34" charset="0"/>
              </a:rPr>
              <a:t>Have you contacted your Purchasing Lead to discuss?  </a:t>
            </a:r>
          </a:p>
          <a:p>
            <a:pPr marL="111125" indent="-111125">
              <a:buFont typeface="Arial" panose="020B0604020202020204" pitchFamily="34" charset="0"/>
              <a:buChar char="•"/>
            </a:pPr>
            <a:r>
              <a:rPr lang="en-US" sz="1600" dirty="0">
                <a:solidFill>
                  <a:srgbClr val="002060"/>
                </a:solidFill>
                <a:cs typeface="Arial" panose="020B0604020202020204" pitchFamily="34" charset="0"/>
              </a:rPr>
              <a:t>Do you have an approved budget?</a:t>
            </a:r>
          </a:p>
          <a:p>
            <a:pPr marL="111125" indent="-111125">
              <a:buFont typeface="Arial" panose="020B0604020202020204" pitchFamily="34" charset="0"/>
              <a:buChar char="•"/>
            </a:pPr>
            <a:r>
              <a:rPr lang="en-US" sz="1600" dirty="0">
                <a:solidFill>
                  <a:srgbClr val="002060"/>
                </a:solidFill>
                <a:cs typeface="Arial" panose="020B0604020202020204" pitchFamily="34" charset="0"/>
              </a:rPr>
              <a:t>Does the project need to be competitively bid (over $250K?) </a:t>
            </a:r>
          </a:p>
          <a:p>
            <a:pPr marL="111125" indent="-111125">
              <a:buFont typeface="Arial" panose="020B0604020202020204" pitchFamily="34" charset="0"/>
              <a:buChar char="•"/>
            </a:pPr>
            <a:r>
              <a:rPr lang="en-US" sz="1600" dirty="0">
                <a:solidFill>
                  <a:srgbClr val="002060"/>
                </a:solidFill>
                <a:cs typeface="Arial" panose="020B0604020202020204" pitchFamily="34" charset="0"/>
              </a:rPr>
              <a:t>Are the project requirements defined?</a:t>
            </a:r>
          </a:p>
          <a:p>
            <a:pPr marL="111125" indent="-111125">
              <a:buFont typeface="Arial" panose="020B0604020202020204" pitchFamily="34" charset="0"/>
              <a:buChar char="•"/>
            </a:pPr>
            <a:r>
              <a:rPr lang="en-US" sz="1600" dirty="0">
                <a:solidFill>
                  <a:srgbClr val="002060"/>
                </a:solidFill>
                <a:cs typeface="Arial" panose="020B0604020202020204" pitchFamily="34" charset="0"/>
              </a:rPr>
              <a:t>Did you complete the ADCT for the engagement? (go/</a:t>
            </a:r>
            <a:r>
              <a:rPr lang="en-US" sz="1600" dirty="0" err="1">
                <a:solidFill>
                  <a:srgbClr val="002060"/>
                </a:solidFill>
                <a:cs typeface="Arial" panose="020B0604020202020204" pitchFamily="34" charset="0"/>
              </a:rPr>
              <a:t>adct</a:t>
            </a:r>
            <a:r>
              <a:rPr lang="en-US" sz="1600" dirty="0">
                <a:solidFill>
                  <a:srgbClr val="002060"/>
                </a:solidFill>
                <a:cs typeface="Arial" panose="020B0604020202020204" pitchFamily="34" charset="0"/>
              </a:rPr>
              <a:t> in your browser)</a:t>
            </a:r>
          </a:p>
          <a:p>
            <a:pPr marL="111125" indent="-111125">
              <a:buFont typeface="Arial" panose="020B0604020202020204" pitchFamily="34" charset="0"/>
              <a:buChar char="•"/>
            </a:pPr>
            <a:r>
              <a:rPr lang="en-US" sz="1600" dirty="0">
                <a:solidFill>
                  <a:srgbClr val="002060"/>
                </a:solidFill>
                <a:cs typeface="Arial" panose="020B0604020202020204" pitchFamily="34" charset="0"/>
              </a:rPr>
              <a:t>Did you complete the Set for the engagement? (go/set in your browser)</a:t>
            </a:r>
          </a:p>
          <a:p>
            <a:pPr marL="111125" indent="-111125">
              <a:buFont typeface="Arial" panose="020B0604020202020204" pitchFamily="34" charset="0"/>
              <a:buChar char="•"/>
            </a:pPr>
            <a:r>
              <a:rPr lang="en-US" sz="1600" dirty="0">
                <a:solidFill>
                  <a:srgbClr val="002060"/>
                </a:solidFill>
                <a:cs typeface="Arial" panose="020B0604020202020204" pitchFamily="34" charset="0"/>
              </a:rPr>
              <a:t>If needed, did you initiate the Data Security Assessment? </a:t>
            </a:r>
            <a:r>
              <a:rPr lang="en-US" sz="1200" i="1" dirty="0">
                <a:solidFill>
                  <a:srgbClr val="002060"/>
                </a:solidFill>
                <a:cs typeface="Arial" panose="020B0604020202020204" pitchFamily="34" charset="0"/>
              </a:rPr>
              <a:t>This is required for new suppliers and existing suppliers with a new use above their approved data classification in their MSA. </a:t>
            </a:r>
          </a:p>
        </p:txBody>
      </p:sp>
      <p:pic>
        <p:nvPicPr>
          <p:cNvPr id="1027" name="Picture 3" descr="C:\Users\wienelm\AppData\Local\Microsoft\Windows\INetCache\IE\EK7XEBHK\button_get-started[1].png"/>
          <p:cNvPicPr>
            <a:picLocks noChangeAspect="1" noChangeArrowheads="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525761"/>
            <a:ext cx="2667000" cy="485711"/>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7" descr="Image result for contrac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p:cNvSpPr txBox="1"/>
          <p:nvPr/>
        </p:nvSpPr>
        <p:spPr>
          <a:xfrm>
            <a:off x="0" y="0"/>
            <a:ext cx="9144000" cy="461665"/>
          </a:xfrm>
          <a:prstGeom prst="rect">
            <a:avLst/>
          </a:prstGeom>
          <a:solidFill>
            <a:srgbClr val="002060"/>
          </a:solidFill>
        </p:spPr>
        <p:txBody>
          <a:bodyPr wrap="square" rtlCol="0">
            <a:spAutoFit/>
          </a:bodyPr>
          <a:lstStyle/>
          <a:p>
            <a:pPr algn="ctr"/>
            <a:r>
              <a:rPr lang="en-US" sz="2400" b="1" spc="600" dirty="0">
                <a:solidFill>
                  <a:schemeClr val="bg1"/>
                </a:solidFill>
              </a:rPr>
              <a:t>Working with Purchasing: A Guide for BTS</a:t>
            </a:r>
          </a:p>
        </p:txBody>
      </p:sp>
      <p:sp>
        <p:nvSpPr>
          <p:cNvPr id="18" name="TextBox 17"/>
          <p:cNvSpPr txBox="1"/>
          <p:nvPr/>
        </p:nvSpPr>
        <p:spPr>
          <a:xfrm>
            <a:off x="7772400" y="6396335"/>
            <a:ext cx="1485331" cy="461665"/>
          </a:xfrm>
          <a:prstGeom prst="rect">
            <a:avLst/>
          </a:prstGeom>
          <a:noFill/>
        </p:spPr>
        <p:txBody>
          <a:bodyPr wrap="square" rtlCol="0">
            <a:spAutoFit/>
          </a:bodyPr>
          <a:lstStyle/>
          <a:p>
            <a:r>
              <a:rPr lang="en-US" sz="800" i="1" dirty="0"/>
              <a:t>*Not always applicable. Work with PSM to determine the needs of your specific project.</a:t>
            </a:r>
          </a:p>
        </p:txBody>
      </p:sp>
      <p:sp>
        <p:nvSpPr>
          <p:cNvPr id="20" name="TextBox 19"/>
          <p:cNvSpPr txBox="1"/>
          <p:nvPr/>
        </p:nvSpPr>
        <p:spPr>
          <a:xfrm>
            <a:off x="4310044" y="4303463"/>
            <a:ext cx="2253018" cy="261610"/>
          </a:xfrm>
          <a:prstGeom prst="rect">
            <a:avLst/>
          </a:prstGeom>
          <a:noFill/>
        </p:spPr>
        <p:txBody>
          <a:bodyPr wrap="square" rtlCol="0">
            <a:spAutoFit/>
          </a:bodyPr>
          <a:lstStyle/>
          <a:p>
            <a:r>
              <a:rPr lang="en-US" sz="1050" i="1" dirty="0"/>
              <a:t>*All forms available on Pg. 2</a:t>
            </a:r>
          </a:p>
        </p:txBody>
      </p:sp>
      <p:sp>
        <p:nvSpPr>
          <p:cNvPr id="19" name="Round Diagonal Corner Rectangle 12">
            <a:extLst>
              <a:ext uri="{FF2B5EF4-FFF2-40B4-BE49-F238E27FC236}">
                <a16:creationId xmlns:a16="http://schemas.microsoft.com/office/drawing/2014/main" id="{9C8BB81F-DCAA-4983-8F8C-D7685083800F}"/>
              </a:ext>
            </a:extLst>
          </p:cNvPr>
          <p:cNvSpPr/>
          <p:nvPr/>
        </p:nvSpPr>
        <p:spPr>
          <a:xfrm>
            <a:off x="4378928" y="523238"/>
            <a:ext cx="4819383" cy="3810000"/>
          </a:xfrm>
          <a:prstGeom prst="round2DiagRect">
            <a:avLst/>
          </a:prstGeom>
          <a:solidFill>
            <a:schemeClr val="bg1"/>
          </a:solidFill>
          <a:ln>
            <a:solidFill>
              <a:schemeClr val="tx2"/>
            </a:solidFill>
          </a:ln>
        </p:spPr>
        <p:style>
          <a:lnRef idx="1">
            <a:schemeClr val="accent3"/>
          </a:lnRef>
          <a:fillRef idx="3">
            <a:schemeClr val="accent3"/>
          </a:fillRef>
          <a:effectRef idx="2">
            <a:schemeClr val="accent3"/>
          </a:effectRef>
          <a:fontRef idx="minor">
            <a:schemeClr val="lt1"/>
          </a:fontRef>
        </p:style>
        <p:txBody>
          <a:bodyPr rtlCol="0" anchor="ctr"/>
          <a:lstStyle/>
          <a:p>
            <a:endParaRPr lang="en-US" sz="1400" b="1" dirty="0">
              <a:solidFill>
                <a:srgbClr val="002060"/>
              </a:solidFill>
              <a:latin typeface="+mj-lt"/>
              <a:cs typeface="Arial" panose="020B0604020202020204" pitchFamily="34" charset="0"/>
            </a:endParaRPr>
          </a:p>
          <a:p>
            <a:endParaRPr lang="en-US" sz="1400" b="1" dirty="0">
              <a:solidFill>
                <a:srgbClr val="002060"/>
              </a:solidFill>
              <a:latin typeface="+mj-lt"/>
              <a:cs typeface="Arial" panose="020B0604020202020204" pitchFamily="34" charset="0"/>
            </a:endParaRPr>
          </a:p>
          <a:p>
            <a:endParaRPr lang="en-US" sz="1400" b="1" dirty="0">
              <a:solidFill>
                <a:srgbClr val="002060"/>
              </a:solidFill>
              <a:latin typeface="+mj-lt"/>
              <a:cs typeface="Arial" panose="020B0604020202020204" pitchFamily="34" charset="0"/>
            </a:endParaRPr>
          </a:p>
          <a:p>
            <a:endParaRPr lang="en-US" sz="1400" b="1" dirty="0">
              <a:solidFill>
                <a:srgbClr val="002060"/>
              </a:solidFill>
              <a:latin typeface="+mj-lt"/>
              <a:cs typeface="Arial" panose="020B0604020202020204" pitchFamily="34" charset="0"/>
            </a:endParaRPr>
          </a:p>
          <a:p>
            <a:endParaRPr lang="en-US" sz="1400" b="1" dirty="0">
              <a:solidFill>
                <a:srgbClr val="002060"/>
              </a:solidFill>
              <a:latin typeface="+mj-lt"/>
              <a:cs typeface="Arial" panose="020B0604020202020204" pitchFamily="34" charset="0"/>
            </a:endParaRPr>
          </a:p>
          <a:p>
            <a:endParaRPr lang="en-US" sz="1400" b="1" dirty="0">
              <a:solidFill>
                <a:srgbClr val="002060"/>
              </a:solidFill>
              <a:latin typeface="+mj-lt"/>
              <a:cs typeface="Arial" panose="020B0604020202020204" pitchFamily="34" charset="0"/>
            </a:endParaRPr>
          </a:p>
          <a:p>
            <a:endParaRPr lang="en-US" sz="1400" b="1" dirty="0">
              <a:solidFill>
                <a:srgbClr val="0070C0"/>
              </a:solidFill>
            </a:endParaRPr>
          </a:p>
          <a:p>
            <a:endParaRPr lang="en-US" sz="1400" b="1" dirty="0">
              <a:solidFill>
                <a:srgbClr val="0070C0"/>
              </a:solidFill>
            </a:endParaRPr>
          </a:p>
          <a:p>
            <a:endParaRPr lang="en-US" sz="1400" b="1" dirty="0">
              <a:solidFill>
                <a:srgbClr val="0070C0"/>
              </a:solidFill>
            </a:endParaRPr>
          </a:p>
          <a:p>
            <a:endParaRPr lang="en-US" sz="1400" b="1" dirty="0">
              <a:solidFill>
                <a:srgbClr val="0070C0"/>
              </a:solidFill>
            </a:endParaRPr>
          </a:p>
          <a:p>
            <a:endParaRPr lang="en-US" sz="1400" b="1" dirty="0">
              <a:solidFill>
                <a:srgbClr val="0070C0"/>
              </a:solidFill>
            </a:endParaRPr>
          </a:p>
          <a:p>
            <a:endParaRPr lang="en-US" sz="1400" b="1" dirty="0">
              <a:solidFill>
                <a:srgbClr val="0070C0"/>
              </a:solidFill>
            </a:endParaRPr>
          </a:p>
          <a:p>
            <a:r>
              <a:rPr lang="en-US" sz="1400" b="1" dirty="0">
                <a:solidFill>
                  <a:srgbClr val="0070C0"/>
                </a:solidFill>
              </a:rPr>
              <a:t>Useful Links:</a:t>
            </a:r>
          </a:p>
          <a:p>
            <a:pPr marL="628650" lvl="1" indent="-171450">
              <a:buFont typeface="Arial" panose="020B0604020202020204" pitchFamily="34" charset="0"/>
              <a:buChar char="•"/>
            </a:pPr>
            <a:r>
              <a:rPr lang="en-US" sz="1100" b="1" dirty="0">
                <a:solidFill>
                  <a:srgbClr val="0070C0"/>
                </a:solidFill>
              </a:rPr>
              <a:t>ADCT:  type go/</a:t>
            </a:r>
            <a:r>
              <a:rPr lang="en-US" sz="1100" b="1" dirty="0" err="1">
                <a:solidFill>
                  <a:srgbClr val="0070C0"/>
                </a:solidFill>
              </a:rPr>
              <a:t>adct</a:t>
            </a:r>
            <a:r>
              <a:rPr lang="en-US" sz="1100" b="1" dirty="0">
                <a:solidFill>
                  <a:srgbClr val="0070C0"/>
                </a:solidFill>
              </a:rPr>
              <a:t> in your browser and hit enter</a:t>
            </a:r>
          </a:p>
          <a:p>
            <a:pPr marL="628650" lvl="1" indent="-171450">
              <a:buFont typeface="Arial" panose="020B0604020202020204" pitchFamily="34" charset="0"/>
              <a:buChar char="•"/>
            </a:pPr>
            <a:r>
              <a:rPr lang="en-US" sz="1100" b="1" dirty="0">
                <a:solidFill>
                  <a:srgbClr val="0070C0"/>
                </a:solidFill>
              </a:rPr>
              <a:t>Set: type go/set in your browser and hit enter</a:t>
            </a:r>
          </a:p>
          <a:p>
            <a:pPr marL="109538" indent="-109538">
              <a:buFont typeface="Arial" panose="020B0604020202020204" pitchFamily="34" charset="0"/>
              <a:buChar char="•"/>
            </a:pPr>
            <a:r>
              <a:rPr lang="en-US" sz="1100" dirty="0"/>
              <a:t>browser and hit Enter</a:t>
            </a:r>
          </a:p>
          <a:p>
            <a:pPr marL="109538" indent="-109538">
              <a:buFont typeface="Arial" panose="020B0604020202020204" pitchFamily="34" charset="0"/>
              <a:buChar char="•"/>
            </a:pPr>
            <a:r>
              <a:rPr lang="en-US" sz="1100" dirty="0"/>
              <a:t>SET: Type go/set into your browser and hit Enter</a:t>
            </a:r>
          </a:p>
          <a:p>
            <a:pPr marL="109538" indent="-109538">
              <a:buFont typeface="Arial" panose="020B0604020202020204" pitchFamily="34" charset="0"/>
              <a:buChar char="•"/>
            </a:pPr>
            <a:r>
              <a:rPr lang="en-US" sz="1100" dirty="0"/>
              <a:t>Supplier Onboarding:</a:t>
            </a:r>
          </a:p>
          <a:p>
            <a:r>
              <a:rPr lang="en-US" sz="1100" dirty="0">
                <a:solidFill>
                  <a:srgbClr val="002060"/>
                </a:solidFill>
                <a:latin typeface="+mj-lt"/>
                <a:cs typeface="Arial" panose="020B0604020202020204" pitchFamily="34" charset="0"/>
              </a:rPr>
              <a:t> </a:t>
            </a:r>
          </a:p>
          <a:p>
            <a:pPr marL="342900" indent="-342900">
              <a:buFont typeface="+mj-lt"/>
              <a:buAutoNum type="arabicPeriod"/>
            </a:pPr>
            <a:endParaRPr lang="en-US" sz="1100" dirty="0">
              <a:solidFill>
                <a:srgbClr val="002060"/>
              </a:solidFill>
              <a:latin typeface="+mj-lt"/>
              <a:cs typeface="Arial" panose="020B0604020202020204" pitchFamily="34" charset="0"/>
            </a:endParaRPr>
          </a:p>
          <a:p>
            <a:pPr marL="342900" indent="-342900">
              <a:buFont typeface="+mj-lt"/>
              <a:buAutoNum type="arabicPeriod"/>
            </a:pPr>
            <a:endParaRPr lang="en-US" sz="1100" dirty="0">
              <a:solidFill>
                <a:srgbClr val="002060"/>
              </a:solidFill>
              <a:latin typeface="+mj-lt"/>
              <a:cs typeface="Arial" panose="020B0604020202020204" pitchFamily="34" charset="0"/>
            </a:endParaRPr>
          </a:p>
        </p:txBody>
      </p:sp>
      <p:pic>
        <p:nvPicPr>
          <p:cNvPr id="3" name="Picture 2">
            <a:extLst>
              <a:ext uri="{FF2B5EF4-FFF2-40B4-BE49-F238E27FC236}">
                <a16:creationId xmlns:a16="http://schemas.microsoft.com/office/drawing/2014/main" id="{543102D2-02B3-48D4-8692-D9752313698F}"/>
              </a:ext>
            </a:extLst>
          </p:cNvPr>
          <p:cNvPicPr>
            <a:picLocks noChangeAspect="1"/>
          </p:cNvPicPr>
          <p:nvPr/>
        </p:nvPicPr>
        <p:blipFill>
          <a:blip r:embed="rId8"/>
          <a:stretch>
            <a:fillRect/>
          </a:stretch>
        </p:blipFill>
        <p:spPr>
          <a:xfrm>
            <a:off x="4438422" y="966069"/>
            <a:ext cx="4249280" cy="1700931"/>
          </a:xfrm>
          <a:prstGeom prst="rect">
            <a:avLst/>
          </a:prstGeom>
        </p:spPr>
      </p:pic>
    </p:spTree>
    <p:extLst>
      <p:ext uri="{BB962C8B-B14F-4D97-AF65-F5344CB8AC3E}">
        <p14:creationId xmlns:p14="http://schemas.microsoft.com/office/powerpoint/2010/main" val="2313892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600200" y="2"/>
            <a:ext cx="7543800" cy="898411"/>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3600" b="1" dirty="0">
              <a:solidFill>
                <a:srgbClr val="081538"/>
              </a:solidFill>
              <a:latin typeface="Arial" panose="020B0604020202020204" pitchFamily="34" charset="0"/>
              <a:cs typeface="Arial" panose="020B0604020202020204" pitchFamily="34" charset="0"/>
            </a:endParaRPr>
          </a:p>
        </p:txBody>
      </p:sp>
      <p:sp>
        <p:nvSpPr>
          <p:cNvPr id="3" name="Rectangle 2"/>
          <p:cNvSpPr/>
          <p:nvPr/>
        </p:nvSpPr>
        <p:spPr>
          <a:xfrm rot="16200000">
            <a:off x="4428911" y="-4015561"/>
            <a:ext cx="198477" cy="9144001"/>
          </a:xfrm>
          <a:prstGeom prst="rect">
            <a:avLst/>
          </a:prstGeom>
          <a:solidFill>
            <a:srgbClr val="081538"/>
          </a:solidFill>
          <a:ln>
            <a:solidFill>
              <a:srgbClr val="08153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76200"/>
            <a:ext cx="1676400" cy="16764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228600" y="1371600"/>
            <a:ext cx="4267201" cy="5262979"/>
          </a:xfrm>
          <a:prstGeom prst="rect">
            <a:avLst/>
          </a:prstGeom>
          <a:noFill/>
        </p:spPr>
        <p:txBody>
          <a:bodyPr wrap="square" rtlCol="0">
            <a:spAutoFit/>
          </a:bodyPr>
          <a:lstStyle/>
          <a:p>
            <a:pPr lvl="0"/>
            <a:r>
              <a:rPr lang="en-US" sz="1400" b="1" dirty="0">
                <a:solidFill>
                  <a:srgbClr val="0070C0"/>
                </a:solidFill>
              </a:rPr>
              <a:t>What Do I Need?</a:t>
            </a:r>
          </a:p>
          <a:p>
            <a:pPr lvl="0"/>
            <a:endParaRPr lang="en-US" sz="1400" b="1" dirty="0">
              <a:solidFill>
                <a:srgbClr val="0070C0"/>
              </a:solidFill>
            </a:endParaRPr>
          </a:p>
          <a:p>
            <a:pPr marL="231775" lvl="1" indent="-231775">
              <a:buFont typeface="Arial" panose="020B0604020202020204" pitchFamily="34" charset="0"/>
              <a:buChar char="•"/>
            </a:pPr>
            <a:r>
              <a:rPr lang="en-US" sz="1100" b="1" dirty="0">
                <a:solidFill>
                  <a:srgbClr val="0070C0"/>
                </a:solidFill>
              </a:rPr>
              <a:t>Proof of Concept (POC) </a:t>
            </a:r>
            <a:r>
              <a:rPr lang="en-US" sz="1100" dirty="0"/>
              <a:t>– a pilot, or demonstration used to establish the feasibility of a certain method or idea, with the aim of verifying that it has practical potential.  </a:t>
            </a:r>
          </a:p>
          <a:p>
            <a:pPr marL="688975" lvl="2" indent="-231775">
              <a:buFont typeface="Arial" panose="020B0604020202020204" pitchFamily="34" charset="0"/>
              <a:buChar char="•"/>
            </a:pPr>
            <a:r>
              <a:rPr lang="en-US" sz="1100" dirty="0">
                <a:solidFill>
                  <a:srgbClr val="002060"/>
                </a:solidFill>
                <a:latin typeface="+mj-lt"/>
                <a:cs typeface="Arial" panose="020B0604020202020204" pitchFamily="34" charset="0"/>
              </a:rPr>
              <a:t>Reach out to your Purchasing Lead to begin the process.</a:t>
            </a:r>
          </a:p>
          <a:p>
            <a:pPr marL="457200" lvl="2"/>
            <a:endParaRPr lang="en-US" sz="1100" dirty="0">
              <a:solidFill>
                <a:srgbClr val="002060"/>
              </a:solidFill>
              <a:latin typeface="+mj-lt"/>
              <a:cs typeface="Arial" panose="020B0604020202020204" pitchFamily="34" charset="0"/>
            </a:endParaRPr>
          </a:p>
          <a:p>
            <a:pPr marL="231775" lvl="1" indent="-231775">
              <a:buFont typeface="Arial" panose="020B0604020202020204" pitchFamily="34" charset="0"/>
              <a:buChar char="•"/>
            </a:pPr>
            <a:r>
              <a:rPr lang="en-US" sz="1100" b="1" dirty="0">
                <a:solidFill>
                  <a:srgbClr val="0070C0"/>
                </a:solidFill>
              </a:rPr>
              <a:t>Request for Information (RFI) </a:t>
            </a:r>
            <a:r>
              <a:rPr lang="en-US" sz="1100" dirty="0"/>
              <a:t>– process of collecting written information about the capabilities of various suppliers for comparison.  </a:t>
            </a:r>
          </a:p>
          <a:p>
            <a:pPr marL="688975" lvl="2" indent="-231775">
              <a:buFont typeface="Arial" panose="020B0604020202020204" pitchFamily="34" charset="0"/>
              <a:buChar char="•"/>
            </a:pPr>
            <a:r>
              <a:rPr lang="en-US" sz="1100" dirty="0">
                <a:solidFill>
                  <a:srgbClr val="002060"/>
                </a:solidFill>
                <a:latin typeface="+mj-lt"/>
                <a:cs typeface="Arial" panose="020B0604020202020204" pitchFamily="34" charset="0"/>
              </a:rPr>
              <a:t>Reach out to your Purchasing Lead to begin the process.</a:t>
            </a:r>
          </a:p>
          <a:p>
            <a:pPr marL="457200" lvl="2"/>
            <a:endParaRPr lang="en-US" sz="1100" dirty="0"/>
          </a:p>
          <a:p>
            <a:pPr marL="231775" lvl="1" indent="-231775">
              <a:buFont typeface="Arial" panose="020B0604020202020204" pitchFamily="34" charset="0"/>
              <a:buChar char="•"/>
            </a:pPr>
            <a:r>
              <a:rPr lang="en-US" sz="1100" b="1" dirty="0">
                <a:solidFill>
                  <a:srgbClr val="0070C0"/>
                </a:solidFill>
              </a:rPr>
              <a:t>Request for Proposal (RFP) </a:t>
            </a:r>
            <a:r>
              <a:rPr lang="en-US" sz="1100" dirty="0"/>
              <a:t>– document that describes a project's needs (timelines, specifications, etc.) and asks for proposed solutions and pricing from qualified suppliers. </a:t>
            </a:r>
          </a:p>
          <a:p>
            <a:pPr marL="628650" lvl="1" indent="-171450">
              <a:buFont typeface="Arial" panose="020B0604020202020204" pitchFamily="34" charset="0"/>
              <a:buChar char="•"/>
            </a:pPr>
            <a:r>
              <a:rPr lang="en-US" sz="1100" dirty="0">
                <a:solidFill>
                  <a:srgbClr val="002060"/>
                </a:solidFill>
                <a:latin typeface="+mj-lt"/>
                <a:cs typeface="Arial" panose="020B0604020202020204" pitchFamily="34" charset="0"/>
              </a:rPr>
              <a:t>Reach out to your Purchasing Lead to begin the process.</a:t>
            </a:r>
          </a:p>
          <a:p>
            <a:pPr marL="628650" lvl="1" indent="-171450">
              <a:buFont typeface="Arial" panose="020B0604020202020204" pitchFamily="34" charset="0"/>
              <a:buChar char="•"/>
            </a:pPr>
            <a:r>
              <a:rPr lang="en-US" sz="1100" dirty="0">
                <a:solidFill>
                  <a:srgbClr val="002060"/>
                </a:solidFill>
                <a:latin typeface="+mj-lt"/>
                <a:cs typeface="Arial" panose="020B0604020202020204" pitchFamily="34" charset="0"/>
              </a:rPr>
              <a:t>RFP’s can take  up to 6-7  weeks  of time to complete, depending on the quality of the requirements gathered. </a:t>
            </a:r>
          </a:p>
          <a:p>
            <a:pPr marL="628650" lvl="1" indent="-171450">
              <a:buFont typeface="Arial" panose="020B0604020202020204" pitchFamily="34" charset="0"/>
              <a:buChar char="•"/>
            </a:pPr>
            <a:r>
              <a:rPr lang="en-US" sz="1100" dirty="0">
                <a:solidFill>
                  <a:srgbClr val="002060"/>
                </a:solidFill>
                <a:latin typeface="+mj-lt"/>
                <a:cs typeface="Arial" panose="020B0604020202020204" pitchFamily="34" charset="0"/>
              </a:rPr>
              <a:t>If a new Agreement needs to be completed for  awarded business, this can take ~ 8 – 12  weeks to complete, depending on the supplier.</a:t>
            </a:r>
          </a:p>
          <a:p>
            <a:pPr lvl="1"/>
            <a:endParaRPr lang="en-US" sz="1100" dirty="0">
              <a:solidFill>
                <a:srgbClr val="002060"/>
              </a:solidFill>
              <a:latin typeface="+mj-lt"/>
              <a:cs typeface="Arial" panose="020B0604020202020204" pitchFamily="34" charset="0"/>
            </a:endParaRPr>
          </a:p>
          <a:p>
            <a:r>
              <a:rPr lang="en-US" sz="1100" b="1" dirty="0">
                <a:solidFill>
                  <a:srgbClr val="0070C0"/>
                </a:solidFill>
                <a:cs typeface="Arial" panose="020B0604020202020204" pitchFamily="34" charset="0"/>
              </a:rPr>
              <a:t>New Master Agreement (MSA)</a:t>
            </a:r>
          </a:p>
          <a:p>
            <a:pPr marL="800100" lvl="1" indent="-342900">
              <a:buFont typeface="Arial" panose="020B0604020202020204" pitchFamily="34" charset="0"/>
              <a:buChar char="•"/>
            </a:pPr>
            <a:r>
              <a:rPr lang="en-US" sz="1100" dirty="0">
                <a:solidFill>
                  <a:srgbClr val="002060"/>
                </a:solidFill>
                <a:latin typeface="+mj-lt"/>
                <a:cs typeface="Arial" panose="020B0604020202020204" pitchFamily="34" charset="0"/>
              </a:rPr>
              <a:t>Complete the ADCT/Set evaluations</a:t>
            </a:r>
          </a:p>
          <a:p>
            <a:pPr marL="800100" lvl="1" indent="-342900">
              <a:buFont typeface="Arial" panose="020B0604020202020204" pitchFamily="34" charset="0"/>
              <a:buChar char="•"/>
            </a:pPr>
            <a:r>
              <a:rPr lang="en-US" sz="1100" dirty="0">
                <a:solidFill>
                  <a:srgbClr val="002060"/>
                </a:solidFill>
                <a:latin typeface="+mj-lt"/>
                <a:cs typeface="Arial" panose="020B0604020202020204" pitchFamily="34" charset="0"/>
              </a:rPr>
              <a:t>Reach out to your Purchasing Lead to discuss.</a:t>
            </a:r>
          </a:p>
          <a:p>
            <a:pPr marL="800100" lvl="1" indent="-342900">
              <a:buFont typeface="Arial" panose="020B0604020202020204" pitchFamily="34" charset="0"/>
              <a:buChar char="•"/>
            </a:pPr>
            <a:r>
              <a:rPr lang="en-US" sz="1100" dirty="0">
                <a:solidFill>
                  <a:srgbClr val="002060"/>
                </a:solidFill>
                <a:latin typeface="+mj-lt"/>
                <a:cs typeface="Arial" panose="020B0604020202020204" pitchFamily="34" charset="0"/>
              </a:rPr>
              <a:t>MSA’s can take ~8 – 12 weeks to complete, depending on the supplier</a:t>
            </a:r>
          </a:p>
          <a:p>
            <a:pPr marL="800100" lvl="1" indent="-342900">
              <a:buFont typeface="Arial" panose="020B0604020202020204" pitchFamily="34" charset="0"/>
              <a:buChar char="•"/>
            </a:pPr>
            <a:r>
              <a:rPr lang="en-US" sz="1100" dirty="0">
                <a:solidFill>
                  <a:srgbClr val="002060"/>
                </a:solidFill>
                <a:latin typeface="+mj-lt"/>
                <a:cs typeface="Arial" panose="020B0604020202020204" pitchFamily="34" charset="0"/>
              </a:rPr>
              <a:t>Begin setting up supplier in SAP (instructions next page)</a:t>
            </a:r>
          </a:p>
          <a:p>
            <a:pPr marL="800100" lvl="1" indent="-342900">
              <a:buFont typeface="Arial" panose="020B0604020202020204" pitchFamily="34" charset="0"/>
              <a:buChar char="•"/>
            </a:pPr>
            <a:r>
              <a:rPr lang="en-US" sz="1100" dirty="0">
                <a:solidFill>
                  <a:srgbClr val="002060"/>
                </a:solidFill>
                <a:latin typeface="+mj-lt"/>
                <a:cs typeface="Arial" panose="020B0604020202020204" pitchFamily="34" charset="0"/>
              </a:rPr>
              <a:t>Data security supplier evaluations can take ~6-8 weeks based on the BTS Team volumes to complete.</a:t>
            </a:r>
            <a:endParaRPr lang="en-US" sz="1100" dirty="0"/>
          </a:p>
        </p:txBody>
      </p:sp>
      <p:sp>
        <p:nvSpPr>
          <p:cNvPr id="10" name="TextBox 9"/>
          <p:cNvSpPr txBox="1"/>
          <p:nvPr/>
        </p:nvSpPr>
        <p:spPr>
          <a:xfrm>
            <a:off x="4819934" y="1363920"/>
            <a:ext cx="4293359" cy="2369880"/>
          </a:xfrm>
          <a:prstGeom prst="rect">
            <a:avLst/>
          </a:prstGeom>
          <a:noFill/>
        </p:spPr>
        <p:txBody>
          <a:bodyPr wrap="square" rtlCol="0">
            <a:spAutoFit/>
          </a:bodyPr>
          <a:lstStyle/>
          <a:p>
            <a:r>
              <a:rPr lang="en-US" sz="1600" b="1" dirty="0">
                <a:solidFill>
                  <a:srgbClr val="0070C0"/>
                </a:solidFill>
              </a:rPr>
              <a:t>Miscellaneous/Compliance</a:t>
            </a:r>
          </a:p>
          <a:p>
            <a:pPr marL="171450" indent="-171450">
              <a:buFont typeface="Arial" panose="020B0604020202020204" pitchFamily="34" charset="0"/>
              <a:buChar char="•"/>
            </a:pPr>
            <a:r>
              <a:rPr lang="en-US" sz="1200" dirty="0"/>
              <a:t>Can you start work before the PO is approved?  NO.</a:t>
            </a:r>
          </a:p>
          <a:p>
            <a:pPr marL="171450" indent="-171450">
              <a:buFont typeface="Arial" panose="020B0604020202020204" pitchFamily="34" charset="0"/>
              <a:buChar char="•"/>
            </a:pPr>
            <a:endParaRPr lang="en-US" sz="1200" dirty="0"/>
          </a:p>
          <a:p>
            <a:pPr lvl="1"/>
            <a:endParaRPr lang="en-US" sz="1200" dirty="0"/>
          </a:p>
          <a:p>
            <a:pPr marL="171450" indent="-171450">
              <a:buFont typeface="Arial" panose="020B0604020202020204" pitchFamily="34" charset="0"/>
              <a:buChar char="•"/>
            </a:pPr>
            <a:r>
              <a:rPr lang="en-US" sz="1200" dirty="0"/>
              <a:t>What’s Taking So Long? </a:t>
            </a:r>
          </a:p>
          <a:p>
            <a:pPr marL="628650" lvl="1" indent="-171450">
              <a:buFont typeface="Arial" panose="020B0604020202020204" pitchFamily="34" charset="0"/>
              <a:buChar char="•"/>
            </a:pPr>
            <a:r>
              <a:rPr lang="en-US" sz="1200" dirty="0">
                <a:solidFill>
                  <a:srgbClr val="0070C0"/>
                </a:solidFill>
              </a:rPr>
              <a:t>Data Assessment:  </a:t>
            </a:r>
            <a:r>
              <a:rPr lang="en-US" sz="1200" dirty="0"/>
              <a:t>This can take anywhere from 10 minutes to a couple of months, depending on the services.</a:t>
            </a:r>
          </a:p>
          <a:p>
            <a:pPr marL="628650" lvl="1" indent="-171450">
              <a:buFont typeface="Arial" panose="020B0604020202020204" pitchFamily="34" charset="0"/>
              <a:buChar char="•"/>
            </a:pPr>
            <a:r>
              <a:rPr lang="en-US" sz="1200" dirty="0">
                <a:solidFill>
                  <a:srgbClr val="0070C0"/>
                </a:solidFill>
              </a:rPr>
              <a:t>SOW Review/Stamp:  </a:t>
            </a:r>
            <a:r>
              <a:rPr lang="en-US" sz="1200" dirty="0"/>
              <a:t>Please allow 7-14 days for  purchasing review and stamp</a:t>
            </a:r>
          </a:p>
          <a:p>
            <a:pPr marL="628650" lvl="1" indent="-171450">
              <a:buFont typeface="Arial" panose="020B0604020202020204" pitchFamily="34" charset="0"/>
              <a:buChar char="•"/>
            </a:pPr>
            <a:r>
              <a:rPr lang="en-US" sz="1200" dirty="0">
                <a:solidFill>
                  <a:srgbClr val="0070C0"/>
                </a:solidFill>
              </a:rPr>
              <a:t>SAP Approval:  </a:t>
            </a:r>
            <a:r>
              <a:rPr lang="en-US" sz="1200" dirty="0"/>
              <a:t>To expedite, notify your approvers to keep an eye out!</a:t>
            </a:r>
          </a:p>
        </p:txBody>
      </p:sp>
      <p:sp>
        <p:nvSpPr>
          <p:cNvPr id="13" name="TextBox 12"/>
          <p:cNvSpPr txBox="1"/>
          <p:nvPr/>
        </p:nvSpPr>
        <p:spPr>
          <a:xfrm>
            <a:off x="4850641" y="3918099"/>
            <a:ext cx="4293359" cy="1015663"/>
          </a:xfrm>
          <a:prstGeom prst="rect">
            <a:avLst/>
          </a:prstGeom>
          <a:noFill/>
        </p:spPr>
        <p:txBody>
          <a:bodyPr wrap="square" rtlCol="0">
            <a:spAutoFit/>
          </a:bodyPr>
          <a:lstStyle/>
          <a:p>
            <a:r>
              <a:rPr lang="en-US" sz="1600" b="1" dirty="0">
                <a:solidFill>
                  <a:srgbClr val="0070C0"/>
                </a:solidFill>
              </a:rPr>
              <a:t>Supplier Onboarding a New supplier to SAP:</a:t>
            </a:r>
          </a:p>
          <a:p>
            <a:pPr marL="109538" lvl="1"/>
            <a:endParaRPr lang="en-US" sz="1100" dirty="0"/>
          </a:p>
          <a:p>
            <a:pPr lvl="1"/>
            <a:r>
              <a:rPr lang="en-US" sz="1100" dirty="0"/>
              <a:t>If you need to onboard a new supplier to SAP, reach out to your Purchasing Lead as there are multiple forms to be completed by the supplier, as well as BTS. </a:t>
            </a:r>
          </a:p>
        </p:txBody>
      </p:sp>
      <p:graphicFrame>
        <p:nvGraphicFramePr>
          <p:cNvPr id="14" name="Object 13"/>
          <p:cNvGraphicFramePr>
            <a:graphicFrameLocks noChangeAspect="1"/>
          </p:cNvGraphicFramePr>
          <p:nvPr>
            <p:extLst>
              <p:ext uri="{D42A27DB-BD31-4B8C-83A1-F6EECF244321}">
                <p14:modId xmlns:p14="http://schemas.microsoft.com/office/powerpoint/2010/main" val="590065539"/>
              </p:ext>
            </p:extLst>
          </p:nvPr>
        </p:nvGraphicFramePr>
        <p:xfrm>
          <a:off x="4846814" y="5273866"/>
          <a:ext cx="914400" cy="771525"/>
        </p:xfrm>
        <a:graphic>
          <a:graphicData uri="http://schemas.openxmlformats.org/presentationml/2006/ole">
            <mc:AlternateContent xmlns:mc="http://schemas.openxmlformats.org/markup-compatibility/2006">
              <mc:Choice xmlns:v="urn:schemas-microsoft-com:vml" Requires="v">
                <p:oleObj name="Document" showAsIcon="1" r:id="rId3" imgW="914400" imgH="771480" progId="Word.Document.12">
                  <p:embed/>
                </p:oleObj>
              </mc:Choice>
              <mc:Fallback>
                <p:oleObj name="Document" showAsIcon="1" r:id="rId3" imgW="914400" imgH="771480" progId="Word.Document.12">
                  <p:embed/>
                  <p:pic>
                    <p:nvPicPr>
                      <p:cNvPr id="14" name="Object 13"/>
                      <p:cNvPicPr/>
                      <p:nvPr/>
                    </p:nvPicPr>
                    <p:blipFill>
                      <a:blip r:embed="rId4"/>
                      <a:stretch>
                        <a:fillRect/>
                      </a:stretch>
                    </p:blipFill>
                    <p:spPr>
                      <a:xfrm>
                        <a:off x="4846814" y="5273866"/>
                        <a:ext cx="914400" cy="7715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FB69E1C-647D-4F71-A1D3-5D41FD3794FB}"/>
              </a:ext>
            </a:extLst>
          </p:cNvPr>
          <p:cNvGraphicFramePr>
            <a:graphicFrameLocks noChangeAspect="1"/>
          </p:cNvGraphicFramePr>
          <p:nvPr>
            <p:extLst>
              <p:ext uri="{D42A27DB-BD31-4B8C-83A1-F6EECF244321}">
                <p14:modId xmlns:p14="http://schemas.microsoft.com/office/powerpoint/2010/main" val="1834176984"/>
              </p:ext>
            </p:extLst>
          </p:nvPr>
        </p:nvGraphicFramePr>
        <p:xfrm>
          <a:off x="6113418" y="5213155"/>
          <a:ext cx="914400" cy="806450"/>
        </p:xfrm>
        <a:graphic>
          <a:graphicData uri="http://schemas.openxmlformats.org/presentationml/2006/ole">
            <mc:AlternateContent xmlns:mc="http://schemas.openxmlformats.org/markup-compatibility/2006">
              <mc:Choice xmlns:v="urn:schemas-microsoft-com:vml" Requires="v">
                <p:oleObj name="PDF Document" showAsIcon="1" r:id="rId5" imgW="914336" imgH="806407" progId="PowerPDF.Document">
                  <p:embed/>
                </p:oleObj>
              </mc:Choice>
              <mc:Fallback>
                <p:oleObj name="PDF Document" showAsIcon="1" r:id="rId5" imgW="914336" imgH="806407" progId="PowerPDF.Document">
                  <p:embed/>
                  <p:pic>
                    <p:nvPicPr>
                      <p:cNvPr id="8" name="Object 7">
                        <a:extLst>
                          <a:ext uri="{FF2B5EF4-FFF2-40B4-BE49-F238E27FC236}">
                            <a16:creationId xmlns:a16="http://schemas.microsoft.com/office/drawing/2014/main" id="{4FB69E1C-647D-4F71-A1D3-5D41FD3794FB}"/>
                          </a:ext>
                        </a:extLst>
                      </p:cNvPr>
                      <p:cNvPicPr/>
                      <p:nvPr/>
                    </p:nvPicPr>
                    <p:blipFill>
                      <a:blip r:embed="rId6"/>
                      <a:stretch>
                        <a:fillRect/>
                      </a:stretch>
                    </p:blipFill>
                    <p:spPr>
                      <a:xfrm>
                        <a:off x="6113418" y="5213155"/>
                        <a:ext cx="914400" cy="806450"/>
                      </a:xfrm>
                      <a:prstGeom prst="rect">
                        <a:avLst/>
                      </a:prstGeom>
                    </p:spPr>
                  </p:pic>
                </p:oleObj>
              </mc:Fallback>
            </mc:AlternateContent>
          </a:graphicData>
        </a:graphic>
      </p:graphicFrame>
      <p:sp>
        <p:nvSpPr>
          <p:cNvPr id="9" name="Oval 8">
            <a:extLst>
              <a:ext uri="{FF2B5EF4-FFF2-40B4-BE49-F238E27FC236}">
                <a16:creationId xmlns:a16="http://schemas.microsoft.com/office/drawing/2014/main" id="{FA12427B-8A2B-45AB-AE3F-CD0226AE42FB}"/>
              </a:ext>
            </a:extLst>
          </p:cNvPr>
          <p:cNvSpPr/>
          <p:nvPr/>
        </p:nvSpPr>
        <p:spPr>
          <a:xfrm>
            <a:off x="4675940" y="4972674"/>
            <a:ext cx="2554614" cy="1803735"/>
          </a:xfrm>
          <a:prstGeom prst="ellipse">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F03BD0F-DDA2-4DF0-BB54-A58D5B447212}"/>
              </a:ext>
            </a:extLst>
          </p:cNvPr>
          <p:cNvSpPr/>
          <p:nvPr/>
        </p:nvSpPr>
        <p:spPr>
          <a:xfrm>
            <a:off x="5932089" y="4898217"/>
            <a:ext cx="3168062" cy="1803735"/>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39B3BC3-AA69-4F97-BE51-C757374E8068}"/>
              </a:ext>
            </a:extLst>
          </p:cNvPr>
          <p:cNvSpPr txBox="1"/>
          <p:nvPr/>
        </p:nvSpPr>
        <p:spPr>
          <a:xfrm>
            <a:off x="5708796" y="5000101"/>
            <a:ext cx="453907" cy="307777"/>
          </a:xfrm>
          <a:prstGeom prst="rect">
            <a:avLst/>
          </a:prstGeom>
          <a:noFill/>
        </p:spPr>
        <p:txBody>
          <a:bodyPr wrap="none" rtlCol="0">
            <a:spAutoFit/>
          </a:bodyPr>
          <a:lstStyle/>
          <a:p>
            <a:r>
              <a:rPr lang="en-US" sz="1400" b="1" dirty="0">
                <a:solidFill>
                  <a:schemeClr val="accent3">
                    <a:lumMod val="75000"/>
                  </a:schemeClr>
                </a:solidFill>
              </a:rPr>
              <a:t>BTS</a:t>
            </a:r>
          </a:p>
        </p:txBody>
      </p:sp>
      <p:sp>
        <p:nvSpPr>
          <p:cNvPr id="21" name="TextBox 20">
            <a:extLst>
              <a:ext uri="{FF2B5EF4-FFF2-40B4-BE49-F238E27FC236}">
                <a16:creationId xmlns:a16="http://schemas.microsoft.com/office/drawing/2014/main" id="{6452B62D-B0B6-4F5B-AE94-AEB1DD9E2DD2}"/>
              </a:ext>
            </a:extLst>
          </p:cNvPr>
          <p:cNvSpPr txBox="1"/>
          <p:nvPr/>
        </p:nvSpPr>
        <p:spPr>
          <a:xfrm>
            <a:off x="6187395" y="5811389"/>
            <a:ext cx="891591" cy="523220"/>
          </a:xfrm>
          <a:prstGeom prst="rect">
            <a:avLst/>
          </a:prstGeom>
          <a:noFill/>
        </p:spPr>
        <p:txBody>
          <a:bodyPr wrap="none" rtlCol="0">
            <a:spAutoFit/>
          </a:bodyPr>
          <a:lstStyle/>
          <a:p>
            <a:pPr algn="ctr"/>
            <a:r>
              <a:rPr lang="en-US" sz="1400" b="1" dirty="0">
                <a:solidFill>
                  <a:schemeClr val="accent3">
                    <a:lumMod val="75000"/>
                  </a:schemeClr>
                </a:solidFill>
              </a:rPr>
              <a:t>BTS </a:t>
            </a:r>
            <a:r>
              <a:rPr lang="en-US" sz="1400" b="1" dirty="0">
                <a:solidFill>
                  <a:schemeClr val="accent1"/>
                </a:solidFill>
              </a:rPr>
              <a:t>&amp; </a:t>
            </a:r>
          </a:p>
          <a:p>
            <a:pPr algn="ctr"/>
            <a:r>
              <a:rPr lang="en-US" sz="1400" b="1" dirty="0">
                <a:solidFill>
                  <a:schemeClr val="accent6">
                    <a:lumMod val="75000"/>
                  </a:schemeClr>
                </a:solidFill>
              </a:rPr>
              <a:t>SUPPLIER</a:t>
            </a:r>
          </a:p>
        </p:txBody>
      </p:sp>
      <p:sp>
        <p:nvSpPr>
          <p:cNvPr id="22" name="TextBox 21">
            <a:extLst>
              <a:ext uri="{FF2B5EF4-FFF2-40B4-BE49-F238E27FC236}">
                <a16:creationId xmlns:a16="http://schemas.microsoft.com/office/drawing/2014/main" id="{9485A240-440F-466A-B8B8-E8C353757521}"/>
              </a:ext>
            </a:extLst>
          </p:cNvPr>
          <p:cNvSpPr txBox="1"/>
          <p:nvPr/>
        </p:nvSpPr>
        <p:spPr>
          <a:xfrm>
            <a:off x="7099018" y="4919280"/>
            <a:ext cx="891591" cy="307777"/>
          </a:xfrm>
          <a:prstGeom prst="rect">
            <a:avLst/>
          </a:prstGeom>
          <a:noFill/>
        </p:spPr>
        <p:txBody>
          <a:bodyPr wrap="none" rtlCol="0">
            <a:spAutoFit/>
          </a:bodyPr>
          <a:lstStyle/>
          <a:p>
            <a:r>
              <a:rPr lang="en-US" sz="1400" b="1" dirty="0">
                <a:solidFill>
                  <a:schemeClr val="accent6">
                    <a:lumMod val="75000"/>
                  </a:schemeClr>
                </a:solidFill>
              </a:rPr>
              <a:t>SUPPLIER</a:t>
            </a:r>
          </a:p>
        </p:txBody>
      </p:sp>
      <p:graphicFrame>
        <p:nvGraphicFramePr>
          <p:cNvPr id="5" name="Object 4">
            <a:extLst>
              <a:ext uri="{FF2B5EF4-FFF2-40B4-BE49-F238E27FC236}">
                <a16:creationId xmlns:a16="http://schemas.microsoft.com/office/drawing/2014/main" id="{59603A74-FA8E-481A-865E-9B9AA5509A34}"/>
              </a:ext>
            </a:extLst>
          </p:cNvPr>
          <p:cNvGraphicFramePr>
            <a:graphicFrameLocks noChangeAspect="1"/>
          </p:cNvGraphicFramePr>
          <p:nvPr>
            <p:extLst>
              <p:ext uri="{D42A27DB-BD31-4B8C-83A1-F6EECF244321}">
                <p14:modId xmlns:p14="http://schemas.microsoft.com/office/powerpoint/2010/main" val="842561302"/>
              </p:ext>
            </p:extLst>
          </p:nvPr>
        </p:nvGraphicFramePr>
        <p:xfrm>
          <a:off x="8050341" y="5213155"/>
          <a:ext cx="914400" cy="771525"/>
        </p:xfrm>
        <a:graphic>
          <a:graphicData uri="http://schemas.openxmlformats.org/presentationml/2006/ole">
            <mc:AlternateContent xmlns:mc="http://schemas.openxmlformats.org/markup-compatibility/2006">
              <mc:Choice xmlns:v="urn:schemas-microsoft-com:vml" Requires="v">
                <p:oleObj name="PDF Document" showAsIcon="1" r:id="rId7" imgW="914448" imgH="771380" progId="PowerPDF.Document">
                  <p:embed/>
                </p:oleObj>
              </mc:Choice>
              <mc:Fallback>
                <p:oleObj name="PDF Document" showAsIcon="1" r:id="rId7" imgW="914448" imgH="771380" progId="PowerPDF.Document">
                  <p:embed/>
                  <p:pic>
                    <p:nvPicPr>
                      <p:cNvPr id="5" name="Object 4">
                        <a:extLst>
                          <a:ext uri="{FF2B5EF4-FFF2-40B4-BE49-F238E27FC236}">
                            <a16:creationId xmlns:a16="http://schemas.microsoft.com/office/drawing/2014/main" id="{59603A74-FA8E-481A-865E-9B9AA5509A34}"/>
                          </a:ext>
                        </a:extLst>
                      </p:cNvPr>
                      <p:cNvPicPr/>
                      <p:nvPr/>
                    </p:nvPicPr>
                    <p:blipFill>
                      <a:blip r:embed="rId8"/>
                      <a:stretch>
                        <a:fillRect/>
                      </a:stretch>
                    </p:blipFill>
                    <p:spPr>
                      <a:xfrm>
                        <a:off x="8050341" y="5213155"/>
                        <a:ext cx="914400" cy="77152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94BA8C70-8D6E-4970-976E-EF13785CBF52}"/>
              </a:ext>
            </a:extLst>
          </p:cNvPr>
          <p:cNvGraphicFramePr>
            <a:graphicFrameLocks noChangeAspect="1"/>
          </p:cNvGraphicFramePr>
          <p:nvPr>
            <p:extLst>
              <p:ext uri="{D42A27DB-BD31-4B8C-83A1-F6EECF244321}">
                <p14:modId xmlns:p14="http://schemas.microsoft.com/office/powerpoint/2010/main" val="2532029900"/>
              </p:ext>
            </p:extLst>
          </p:nvPr>
        </p:nvGraphicFramePr>
        <p:xfrm>
          <a:off x="8092656" y="5796371"/>
          <a:ext cx="914400" cy="771525"/>
        </p:xfrm>
        <a:graphic>
          <a:graphicData uri="http://schemas.openxmlformats.org/presentationml/2006/ole">
            <mc:AlternateContent xmlns:mc="http://schemas.openxmlformats.org/markup-compatibility/2006">
              <mc:Choice xmlns:v="urn:schemas-microsoft-com:vml" Requires="v">
                <p:oleObj name="PDF Document" showAsIcon="1" r:id="rId9" imgW="914448" imgH="771380" progId="PowerPDF.Document">
                  <p:embed/>
                </p:oleObj>
              </mc:Choice>
              <mc:Fallback>
                <p:oleObj name="PDF Document" showAsIcon="1" r:id="rId9" imgW="914448" imgH="771380" progId="PowerPDF.Document">
                  <p:embed/>
                  <p:pic>
                    <p:nvPicPr>
                      <p:cNvPr id="6" name="Object 5">
                        <a:extLst>
                          <a:ext uri="{FF2B5EF4-FFF2-40B4-BE49-F238E27FC236}">
                            <a16:creationId xmlns:a16="http://schemas.microsoft.com/office/drawing/2014/main" id="{94BA8C70-8D6E-4970-976E-EF13785CBF52}"/>
                          </a:ext>
                        </a:extLst>
                      </p:cNvPr>
                      <p:cNvPicPr/>
                      <p:nvPr/>
                    </p:nvPicPr>
                    <p:blipFill>
                      <a:blip r:embed="rId10"/>
                      <a:stretch>
                        <a:fillRect/>
                      </a:stretch>
                    </p:blipFill>
                    <p:spPr>
                      <a:xfrm>
                        <a:off x="8092656" y="5796371"/>
                        <a:ext cx="914400" cy="771525"/>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89391E98-00EF-48D5-8F2A-5CD3C5C1A748}"/>
              </a:ext>
            </a:extLst>
          </p:cNvPr>
          <p:cNvGraphicFramePr>
            <a:graphicFrameLocks noChangeAspect="1"/>
          </p:cNvGraphicFramePr>
          <p:nvPr>
            <p:extLst>
              <p:ext uri="{D42A27DB-BD31-4B8C-83A1-F6EECF244321}">
                <p14:modId xmlns:p14="http://schemas.microsoft.com/office/powerpoint/2010/main" val="972936165"/>
              </p:ext>
            </p:extLst>
          </p:nvPr>
        </p:nvGraphicFramePr>
        <p:xfrm>
          <a:off x="7264466" y="5179366"/>
          <a:ext cx="914400" cy="771525"/>
        </p:xfrm>
        <a:graphic>
          <a:graphicData uri="http://schemas.openxmlformats.org/presentationml/2006/ole">
            <mc:AlternateContent xmlns:mc="http://schemas.openxmlformats.org/markup-compatibility/2006">
              <mc:Choice xmlns:v="urn:schemas-microsoft-com:vml" Requires="v">
                <p:oleObj name="PDF Document" showAsIcon="1" r:id="rId11" imgW="914448" imgH="771380" progId="PowerPDF.Document">
                  <p:embed/>
                </p:oleObj>
              </mc:Choice>
              <mc:Fallback>
                <p:oleObj name="PDF Document" showAsIcon="1" r:id="rId11" imgW="914448" imgH="771380" progId="PowerPDF.Document">
                  <p:embed/>
                  <p:pic>
                    <p:nvPicPr>
                      <p:cNvPr id="12" name="Object 11">
                        <a:extLst>
                          <a:ext uri="{FF2B5EF4-FFF2-40B4-BE49-F238E27FC236}">
                            <a16:creationId xmlns:a16="http://schemas.microsoft.com/office/drawing/2014/main" id="{89391E98-00EF-48D5-8F2A-5CD3C5C1A748}"/>
                          </a:ext>
                        </a:extLst>
                      </p:cNvPr>
                      <p:cNvPicPr/>
                      <p:nvPr/>
                    </p:nvPicPr>
                    <p:blipFill>
                      <a:blip r:embed="rId12"/>
                      <a:stretch>
                        <a:fillRect/>
                      </a:stretch>
                    </p:blipFill>
                    <p:spPr>
                      <a:xfrm>
                        <a:off x="7264466" y="5179366"/>
                        <a:ext cx="914400" cy="77152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DD92F7F-6B84-489E-A76F-65D2278111EE}"/>
              </a:ext>
            </a:extLst>
          </p:cNvPr>
          <p:cNvGraphicFramePr>
            <a:graphicFrameLocks noChangeAspect="1"/>
          </p:cNvGraphicFramePr>
          <p:nvPr>
            <p:extLst>
              <p:ext uri="{D42A27DB-BD31-4B8C-83A1-F6EECF244321}">
                <p14:modId xmlns:p14="http://schemas.microsoft.com/office/powerpoint/2010/main" val="460606226"/>
              </p:ext>
            </p:extLst>
          </p:nvPr>
        </p:nvGraphicFramePr>
        <p:xfrm>
          <a:off x="7295822" y="5863399"/>
          <a:ext cx="914400" cy="771525"/>
        </p:xfrm>
        <a:graphic>
          <a:graphicData uri="http://schemas.openxmlformats.org/presentationml/2006/ole">
            <mc:AlternateContent xmlns:mc="http://schemas.openxmlformats.org/markup-compatibility/2006">
              <mc:Choice xmlns:v="urn:schemas-microsoft-com:vml" Requires="v">
                <p:oleObj name="PDF Document" showAsIcon="1" r:id="rId13" imgW="914448" imgH="771380" progId="PowerPDF.Document">
                  <p:embed/>
                </p:oleObj>
              </mc:Choice>
              <mc:Fallback>
                <p:oleObj name="PDF Document" showAsIcon="1" r:id="rId13" imgW="914448" imgH="771380" progId="PowerPDF.Document">
                  <p:embed/>
                  <p:pic>
                    <p:nvPicPr>
                      <p:cNvPr id="23" name="Object 22">
                        <a:extLst>
                          <a:ext uri="{FF2B5EF4-FFF2-40B4-BE49-F238E27FC236}">
                            <a16:creationId xmlns:a16="http://schemas.microsoft.com/office/drawing/2014/main" id="{5DD92F7F-6B84-489E-A76F-65D2278111EE}"/>
                          </a:ext>
                        </a:extLst>
                      </p:cNvPr>
                      <p:cNvPicPr/>
                      <p:nvPr/>
                    </p:nvPicPr>
                    <p:blipFill>
                      <a:blip r:embed="rId14"/>
                      <a:stretch>
                        <a:fillRect/>
                      </a:stretch>
                    </p:blipFill>
                    <p:spPr>
                      <a:xfrm>
                        <a:off x="7295822" y="5863399"/>
                        <a:ext cx="914400" cy="77152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0227E097-F885-4E83-BA11-0ADAE112D61B}"/>
              </a:ext>
            </a:extLst>
          </p:cNvPr>
          <p:cNvGraphicFramePr>
            <a:graphicFrameLocks noChangeAspect="1"/>
          </p:cNvGraphicFramePr>
          <p:nvPr>
            <p:extLst>
              <p:ext uri="{D42A27DB-BD31-4B8C-83A1-F6EECF244321}">
                <p14:modId xmlns:p14="http://schemas.microsoft.com/office/powerpoint/2010/main" val="1653041370"/>
              </p:ext>
            </p:extLst>
          </p:nvPr>
        </p:nvGraphicFramePr>
        <p:xfrm>
          <a:off x="4917433" y="5811389"/>
          <a:ext cx="914400" cy="771525"/>
        </p:xfrm>
        <a:graphic>
          <a:graphicData uri="http://schemas.openxmlformats.org/presentationml/2006/ole">
            <mc:AlternateContent xmlns:mc="http://schemas.openxmlformats.org/markup-compatibility/2006">
              <mc:Choice xmlns:v="urn:schemas-microsoft-com:vml" Requires="v">
                <p:oleObj name="PDF Document" showAsIcon="1" r:id="rId15" imgW="914448" imgH="771380" progId="PowerPDF.Document">
                  <p:embed/>
                </p:oleObj>
              </mc:Choice>
              <mc:Fallback>
                <p:oleObj name="PDF Document" showAsIcon="1" r:id="rId15" imgW="914448" imgH="771380" progId="PowerPDF.Document">
                  <p:embed/>
                  <p:pic>
                    <p:nvPicPr>
                      <p:cNvPr id="24" name="Object 23">
                        <a:extLst>
                          <a:ext uri="{FF2B5EF4-FFF2-40B4-BE49-F238E27FC236}">
                            <a16:creationId xmlns:a16="http://schemas.microsoft.com/office/drawing/2014/main" id="{0227E097-F885-4E83-BA11-0ADAE112D61B}"/>
                          </a:ext>
                        </a:extLst>
                      </p:cNvPr>
                      <p:cNvPicPr/>
                      <p:nvPr/>
                    </p:nvPicPr>
                    <p:blipFill>
                      <a:blip r:embed="rId16"/>
                      <a:stretch>
                        <a:fillRect/>
                      </a:stretch>
                    </p:blipFill>
                    <p:spPr>
                      <a:xfrm>
                        <a:off x="4917433" y="5811389"/>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520937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9"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088692">
            <a:off x="3747400" y="6103128"/>
            <a:ext cx="538550" cy="871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txBox="1">
            <a:spLocks/>
          </p:cNvSpPr>
          <p:nvPr/>
        </p:nvSpPr>
        <p:spPr>
          <a:xfrm>
            <a:off x="1600200" y="2"/>
            <a:ext cx="7543800" cy="898411"/>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3600" b="1" dirty="0">
              <a:solidFill>
                <a:srgbClr val="081538"/>
              </a:solidFill>
              <a:latin typeface="Arial" panose="020B0604020202020204" pitchFamily="34" charset="0"/>
              <a:cs typeface="Arial" panose="020B0604020202020204" pitchFamily="34" charset="0"/>
            </a:endParaRPr>
          </a:p>
        </p:txBody>
      </p:sp>
      <p:sp>
        <p:nvSpPr>
          <p:cNvPr id="3" name="Rectangle 2"/>
          <p:cNvSpPr/>
          <p:nvPr/>
        </p:nvSpPr>
        <p:spPr>
          <a:xfrm rot="16200000">
            <a:off x="4428911" y="-4015561"/>
            <a:ext cx="198477" cy="9144001"/>
          </a:xfrm>
          <a:prstGeom prst="rect">
            <a:avLst/>
          </a:prstGeom>
          <a:solidFill>
            <a:srgbClr val="081538"/>
          </a:solidFill>
          <a:ln>
            <a:solidFill>
              <a:srgbClr val="08153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76200"/>
            <a:ext cx="1676400" cy="16764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228600" y="1371600"/>
            <a:ext cx="4267201" cy="3708708"/>
          </a:xfrm>
          <a:prstGeom prst="rect">
            <a:avLst/>
          </a:prstGeom>
          <a:noFill/>
        </p:spPr>
        <p:txBody>
          <a:bodyPr wrap="square" rtlCol="0">
            <a:spAutoFit/>
          </a:bodyPr>
          <a:lstStyle/>
          <a:p>
            <a:pPr lvl="0"/>
            <a:r>
              <a:rPr lang="en-US" sz="1400" b="1" dirty="0">
                <a:solidFill>
                  <a:srgbClr val="0070C0"/>
                </a:solidFill>
              </a:rPr>
              <a:t>Now that I know if I need a SOW or POCN, which Purchasing Group should I route to for review and approval, now that AbbVie has acquired Allergan, PCYC, Stem </a:t>
            </a:r>
            <a:r>
              <a:rPr lang="en-US" sz="1400" b="1" dirty="0" err="1">
                <a:solidFill>
                  <a:srgbClr val="0070C0"/>
                </a:solidFill>
              </a:rPr>
              <a:t>etc</a:t>
            </a:r>
            <a:r>
              <a:rPr lang="en-US" sz="1400" b="1" dirty="0">
                <a:solidFill>
                  <a:srgbClr val="0070C0"/>
                </a:solidFill>
              </a:rPr>
              <a:t>…? </a:t>
            </a:r>
          </a:p>
          <a:p>
            <a:pPr lvl="0"/>
            <a:endParaRPr lang="en-US" sz="1400" b="1" dirty="0">
              <a:solidFill>
                <a:srgbClr val="0070C0"/>
              </a:solidFill>
            </a:endParaRPr>
          </a:p>
          <a:p>
            <a:pPr marL="228600" lvl="1" indent="-228600">
              <a:buAutoNum type="arabicParenR"/>
            </a:pPr>
            <a:r>
              <a:rPr lang="en-US" sz="1100" dirty="0"/>
              <a:t>Review the Legal entity that is governing your SOW or POCN.  (This is in the very first paragraph of either document as well as the signature blocks.)</a:t>
            </a:r>
          </a:p>
          <a:p>
            <a:pPr marL="685800" lvl="2" indent="-228600">
              <a:buFontTx/>
              <a:buAutoNum type="arabicParenR"/>
            </a:pPr>
            <a:r>
              <a:rPr lang="en-US" sz="1100" dirty="0"/>
              <a:t>AbbVie Inc.:  Follow AbbVie Process, and return to your BTS  Purchasing Lead to review and stamp</a:t>
            </a:r>
          </a:p>
          <a:p>
            <a:pPr marL="685800" lvl="2" indent="-228600">
              <a:buAutoNum type="arabicParenR"/>
            </a:pPr>
            <a:r>
              <a:rPr lang="en-US" sz="1100" dirty="0"/>
              <a:t>Allergan entity:  Follow AbbVie process and return to your BTS  Purchasing Lead to review and stamp </a:t>
            </a:r>
          </a:p>
          <a:p>
            <a:pPr marL="685800" lvl="2" indent="-228600">
              <a:buAutoNum type="arabicParenR"/>
            </a:pPr>
            <a:r>
              <a:rPr lang="en-US" sz="1100" dirty="0"/>
              <a:t>Any local agreement (for </a:t>
            </a:r>
            <a:r>
              <a:rPr lang="en-US" sz="1100"/>
              <a:t>example LU, </a:t>
            </a:r>
            <a:r>
              <a:rPr lang="en-US" sz="1100" dirty="0"/>
              <a:t>or any other Local </a:t>
            </a:r>
            <a:r>
              <a:rPr lang="en-US" sz="1100"/>
              <a:t>Site Agreement):  </a:t>
            </a:r>
            <a:r>
              <a:rPr lang="en-US" sz="1100" dirty="0"/>
              <a:t>Follow local process to review and enter into SAP.</a:t>
            </a:r>
          </a:p>
          <a:p>
            <a:pPr marL="685800" lvl="2" indent="-228600">
              <a:buAutoNum type="arabicParenR"/>
            </a:pPr>
            <a:endParaRPr lang="en-US" sz="1100" dirty="0"/>
          </a:p>
          <a:p>
            <a:pPr marL="228600" lvl="1" indent="-228600">
              <a:buAutoNum type="arabicParenR"/>
            </a:pPr>
            <a:r>
              <a:rPr lang="en-US" sz="1100" dirty="0"/>
              <a:t>For funding/budget misalignments between where the engagement will be entered into SAP and BTS Budget for payment, you will need to work with Finance to transfer budget as needed.  </a:t>
            </a:r>
          </a:p>
          <a:p>
            <a:pPr marL="685800" lvl="2" indent="-228600">
              <a:buAutoNum type="arabicParenR"/>
            </a:pPr>
            <a:endParaRPr lang="en-US" sz="1100" dirty="0"/>
          </a:p>
        </p:txBody>
      </p:sp>
      <p:sp>
        <p:nvSpPr>
          <p:cNvPr id="10" name="TextBox 9"/>
          <p:cNvSpPr txBox="1"/>
          <p:nvPr/>
        </p:nvSpPr>
        <p:spPr>
          <a:xfrm>
            <a:off x="4819934" y="762000"/>
            <a:ext cx="4293359" cy="3416320"/>
          </a:xfrm>
          <a:prstGeom prst="rect">
            <a:avLst/>
          </a:prstGeom>
          <a:noFill/>
        </p:spPr>
        <p:txBody>
          <a:bodyPr wrap="square" rtlCol="0">
            <a:spAutoFit/>
          </a:bodyPr>
          <a:lstStyle/>
          <a:p>
            <a:r>
              <a:rPr lang="en-US" sz="1600" b="1" dirty="0">
                <a:solidFill>
                  <a:srgbClr val="0070C0"/>
                </a:solidFill>
              </a:rPr>
              <a:t>What group in Lake County processes the shopping cart for me? </a:t>
            </a:r>
          </a:p>
          <a:p>
            <a:endParaRPr lang="en-US" sz="1600" b="1" dirty="0">
              <a:solidFill>
                <a:srgbClr val="0070C0"/>
              </a:solidFill>
              <a:highlight>
                <a:srgbClr val="FFFF00"/>
              </a:highlight>
            </a:endParaRPr>
          </a:p>
          <a:p>
            <a:r>
              <a:rPr lang="en-US" sz="1200" dirty="0"/>
              <a:t> This depends on what you are purchasing and if the Supplier is in the Legacy BTS Blanket PO Program for Contract Labor,  or the new Total Talent SRM Program.  Both of these Programs are managed by AbbVie Total Talent and AbbVie’s MSP Kelly OCG.</a:t>
            </a:r>
          </a:p>
          <a:p>
            <a:endParaRPr lang="en-US" sz="1200" dirty="0"/>
          </a:p>
          <a:p>
            <a:pPr marL="628650" lvl="1" indent="-171450">
              <a:buFont typeface="Arial" panose="020B0604020202020204" pitchFamily="34" charset="0"/>
              <a:buChar char="•"/>
            </a:pPr>
            <a:r>
              <a:rPr lang="en-US" sz="1200" dirty="0"/>
              <a:t>Local Admin,  if not in SSM or legacy Blanket PO Program for contract labor.  Shopping cart gets entered by Local Admin directly into SRM</a:t>
            </a:r>
          </a:p>
          <a:p>
            <a:pPr marL="628650" lvl="1" indent="-171450">
              <a:buFont typeface="Arial" panose="020B0604020202020204" pitchFamily="34" charset="0"/>
              <a:buChar char="•"/>
            </a:pPr>
            <a:r>
              <a:rPr lang="en-US" sz="1200" dirty="0"/>
              <a:t>Technology Asset Management (TAM)</a:t>
            </a:r>
          </a:p>
          <a:p>
            <a:pPr marL="628650" lvl="1" indent="-171450">
              <a:buFont typeface="Arial" panose="020B0604020202020204" pitchFamily="34" charset="0"/>
              <a:buChar char="•"/>
            </a:pPr>
            <a:r>
              <a:rPr lang="en-US" sz="1200" dirty="0"/>
              <a:t>Infrastructure Business Center (IBC)</a:t>
            </a:r>
          </a:p>
          <a:p>
            <a:pPr marL="628650" lvl="1" indent="-171450">
              <a:buFont typeface="Arial" panose="020B0604020202020204" pitchFamily="34" charset="0"/>
              <a:buChar char="•"/>
            </a:pPr>
            <a:r>
              <a:rPr lang="en-US" sz="1200" dirty="0"/>
              <a:t>Total Talent for both Legacy Blanket PO Program for contract labor and Suppliers in the SSM Program</a:t>
            </a:r>
          </a:p>
          <a:p>
            <a:pPr lvl="1"/>
            <a:endParaRPr lang="en-US" sz="1200" dirty="0">
              <a:highlight>
                <a:srgbClr val="FFFF00"/>
              </a:highlight>
            </a:endParaRPr>
          </a:p>
          <a:p>
            <a:pPr lvl="1"/>
            <a:endParaRPr lang="en-US" sz="1200" dirty="0"/>
          </a:p>
        </p:txBody>
      </p:sp>
      <p:pic>
        <p:nvPicPr>
          <p:cNvPr id="2077" name="Picture 29" descr="C:\Users\wienelm\AppData\Local\Microsoft\Windows\INetCache\IE\HKAAKJV0\Blue_exclamation_mark.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3600" y="5540008"/>
            <a:ext cx="681424" cy="108939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2514600" y="5874603"/>
            <a:ext cx="1676400" cy="830997"/>
          </a:xfrm>
          <a:prstGeom prst="rect">
            <a:avLst/>
          </a:prstGeom>
          <a:noFill/>
        </p:spPr>
        <p:txBody>
          <a:bodyPr wrap="square" rtlCol="0">
            <a:spAutoFit/>
          </a:bodyPr>
          <a:lstStyle/>
          <a:p>
            <a:pPr algn="ctr"/>
            <a:r>
              <a:rPr lang="en-US" sz="1600" b="1" dirty="0">
                <a:solidFill>
                  <a:srgbClr val="002060"/>
                </a:solidFill>
              </a:rPr>
              <a:t>PRO TIP: </a:t>
            </a:r>
          </a:p>
          <a:p>
            <a:pPr algn="ctr"/>
            <a:r>
              <a:rPr lang="en-US" sz="1600" b="1" dirty="0">
                <a:solidFill>
                  <a:srgbClr val="002060"/>
                </a:solidFill>
              </a:rPr>
              <a:t>Call Purchasing first!  </a:t>
            </a:r>
          </a:p>
        </p:txBody>
      </p:sp>
    </p:spTree>
    <p:extLst>
      <p:ext uri="{BB962C8B-B14F-4D97-AF65-F5344CB8AC3E}">
        <p14:creationId xmlns:p14="http://schemas.microsoft.com/office/powerpoint/2010/main" val="244012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600200" y="2"/>
            <a:ext cx="7543800" cy="898411"/>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3600" b="1" dirty="0">
              <a:solidFill>
                <a:srgbClr val="081538"/>
              </a:solidFill>
              <a:latin typeface="Arial" panose="020B0604020202020204" pitchFamily="34" charset="0"/>
              <a:cs typeface="Arial" panose="020B0604020202020204" pitchFamily="34" charset="0"/>
            </a:endParaRPr>
          </a:p>
        </p:txBody>
      </p:sp>
      <p:sp>
        <p:nvSpPr>
          <p:cNvPr id="3" name="Rectangle 2"/>
          <p:cNvSpPr/>
          <p:nvPr/>
        </p:nvSpPr>
        <p:spPr>
          <a:xfrm rot="16200000">
            <a:off x="4428911" y="-4015561"/>
            <a:ext cx="198477" cy="9144001"/>
          </a:xfrm>
          <a:prstGeom prst="rect">
            <a:avLst/>
          </a:prstGeom>
          <a:solidFill>
            <a:srgbClr val="081538"/>
          </a:solidFill>
          <a:ln>
            <a:solidFill>
              <a:srgbClr val="08153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76200"/>
            <a:ext cx="1676400" cy="16764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228600" y="1371600"/>
            <a:ext cx="8610600" cy="4108817"/>
          </a:xfrm>
          <a:prstGeom prst="rect">
            <a:avLst/>
          </a:prstGeom>
          <a:noFill/>
        </p:spPr>
        <p:txBody>
          <a:bodyPr wrap="square" rtlCol="0">
            <a:spAutoFit/>
          </a:bodyPr>
          <a:lstStyle/>
          <a:p>
            <a:r>
              <a:rPr lang="en-US" sz="1600" b="1" dirty="0">
                <a:solidFill>
                  <a:srgbClr val="0070C0"/>
                </a:solidFill>
              </a:rPr>
              <a:t>Supplier Onboarding a New supplier to SAP:</a:t>
            </a:r>
            <a:endParaRPr lang="en-US" sz="1200" dirty="0"/>
          </a:p>
          <a:p>
            <a:pPr lvl="1"/>
            <a:endParaRPr lang="en-US" sz="1100" dirty="0"/>
          </a:p>
          <a:p>
            <a:pPr lvl="1"/>
            <a:r>
              <a:rPr lang="en-US" sz="1100" dirty="0"/>
              <a:t>If you need to onboard a new supplier to SAP, start with reaching out to your Purchasing Lead.</a:t>
            </a:r>
          </a:p>
          <a:p>
            <a:pPr lvl="1"/>
            <a:endParaRPr lang="en-US" sz="1100" dirty="0"/>
          </a:p>
          <a:p>
            <a:pPr marL="685800" lvl="1" indent="-228600">
              <a:buFont typeface="+mj-lt"/>
              <a:buAutoNum type="arabicParenR"/>
            </a:pPr>
            <a:r>
              <a:rPr lang="en-US" sz="1100" dirty="0"/>
              <a:t>Give your Purchasing Lead Supplier’s Legal Name and relevant Contact Info to start the onboarding process.</a:t>
            </a:r>
          </a:p>
          <a:p>
            <a:pPr marL="685800" lvl="1" indent="-228600">
              <a:buFont typeface="+mj-lt"/>
              <a:buAutoNum type="arabicParenR"/>
            </a:pPr>
            <a:r>
              <a:rPr lang="en-US" sz="1100" dirty="0"/>
              <a:t>Your Purchasing Lead will reach out to the supplier requesting the necessary forms to be completed:</a:t>
            </a:r>
          </a:p>
          <a:p>
            <a:pPr marL="1143000" lvl="2" indent="-228600">
              <a:buFont typeface="Arial" panose="020B0604020202020204" pitchFamily="34" charset="0"/>
              <a:buChar char="•"/>
            </a:pPr>
            <a:r>
              <a:rPr lang="en-US" sz="1100" dirty="0"/>
              <a:t>Vendor Request Form</a:t>
            </a:r>
          </a:p>
          <a:p>
            <a:pPr marL="1143000" lvl="2" indent="-228600">
              <a:buFont typeface="Arial" panose="020B0604020202020204" pitchFamily="34" charset="0"/>
              <a:buChar char="•"/>
            </a:pPr>
            <a:r>
              <a:rPr lang="en-US" sz="1100" dirty="0"/>
              <a:t>Business Classification Form</a:t>
            </a:r>
          </a:p>
          <a:p>
            <a:pPr marL="1143000" lvl="2" indent="-228600">
              <a:buFont typeface="Arial" panose="020B0604020202020204" pitchFamily="34" charset="0"/>
              <a:buChar char="•"/>
            </a:pPr>
            <a:r>
              <a:rPr lang="en-US" sz="1100" dirty="0"/>
              <a:t>Bank Verification Form</a:t>
            </a:r>
          </a:p>
          <a:p>
            <a:pPr marL="1143000" lvl="2" indent="-228600">
              <a:buFont typeface="Arial" panose="020B0604020202020204" pitchFamily="34" charset="0"/>
              <a:buChar char="•"/>
            </a:pPr>
            <a:r>
              <a:rPr lang="en-US" sz="1100" dirty="0"/>
              <a:t>W-9 (if US supplier) or W-8 (if OUS supplier)</a:t>
            </a:r>
          </a:p>
          <a:p>
            <a:pPr marL="685800" lvl="1" indent="-228600">
              <a:buFont typeface="+mj-lt"/>
              <a:buAutoNum type="arabicParenR"/>
            </a:pPr>
            <a:r>
              <a:rPr lang="en-US" sz="1100" dirty="0"/>
              <a:t>As your Purchasing Lead facilitates the onboarding process, remember that you will need to fill out two forms:</a:t>
            </a:r>
          </a:p>
          <a:p>
            <a:pPr marL="1143000" lvl="2" indent="-228600">
              <a:buFont typeface="+mj-lt"/>
              <a:buAutoNum type="arabicParenR"/>
            </a:pPr>
            <a:r>
              <a:rPr lang="en-US" sz="1100" dirty="0"/>
              <a:t>Supplier Bank Verification Form</a:t>
            </a:r>
          </a:p>
          <a:p>
            <a:pPr marL="1600200" lvl="3" indent="-228600">
              <a:buFont typeface="Arial" panose="020B0604020202020204" pitchFamily="34" charset="0"/>
              <a:buChar char="•"/>
            </a:pPr>
            <a:r>
              <a:rPr lang="en-US" sz="1100" dirty="0"/>
              <a:t>Section 5 of the Bank Verification Sheet needs to be filled out by the BTS Business Owner, only after the supplier fills out the earlier Sections.  Call your Supplier Contact and verbally verify that the Banking Information they input onto the sheet is accurate.  Once confirmed, sign the sheet.</a:t>
            </a:r>
          </a:p>
          <a:p>
            <a:pPr marL="1143000" lvl="2" indent="-228600">
              <a:buFont typeface="+mj-lt"/>
              <a:buAutoNum type="arabicParenR"/>
            </a:pPr>
            <a:r>
              <a:rPr lang="en-US" sz="1100" dirty="0"/>
              <a:t>Enhanced Due Diligence (please familiarize yourself with the EDD Instructions sheet)</a:t>
            </a:r>
          </a:p>
          <a:p>
            <a:pPr marL="1600200" lvl="3" indent="-228600">
              <a:buFont typeface="Arial" panose="020B0604020202020204" pitchFamily="34" charset="0"/>
              <a:buChar char="•"/>
            </a:pPr>
            <a:r>
              <a:rPr lang="en-US" sz="1100" dirty="0"/>
              <a:t>Please review and sign this sheet accordingly</a:t>
            </a:r>
          </a:p>
          <a:p>
            <a:pPr marL="685800" lvl="1" indent="-228600">
              <a:buFont typeface="+mj-lt"/>
              <a:buAutoNum type="arabicParenR"/>
            </a:pPr>
            <a:r>
              <a:rPr lang="en-US" sz="1100" dirty="0"/>
              <a:t>Return both forms to your Purchasing Lead so they can submit all required forms to DSP</a:t>
            </a:r>
          </a:p>
          <a:p>
            <a:pPr marL="685800" lvl="1" indent="-228600">
              <a:buFont typeface="+mj-lt"/>
              <a:buAutoNum type="arabicParenR"/>
            </a:pPr>
            <a:r>
              <a:rPr lang="en-US" sz="1100" dirty="0"/>
              <a:t>Once all forms are submitted, allow for up to two weeks for the Vendor Master Record to be created, and the Supplier Code assigned</a:t>
            </a:r>
          </a:p>
          <a:p>
            <a:pPr lvl="1"/>
            <a:endParaRPr lang="en-US" sz="1100" dirty="0"/>
          </a:p>
          <a:p>
            <a:pPr lvl="1"/>
            <a:r>
              <a:rPr lang="en-US" sz="1100" dirty="0"/>
              <a:t> </a:t>
            </a:r>
          </a:p>
          <a:p>
            <a:pPr lvl="0"/>
            <a:endParaRPr lang="en-US" sz="1400" b="1" dirty="0">
              <a:solidFill>
                <a:srgbClr val="0070C0"/>
              </a:solidFill>
            </a:endParaRPr>
          </a:p>
          <a:p>
            <a:pPr marL="685800" lvl="2" indent="-228600">
              <a:buAutoNum type="arabicParenR"/>
            </a:pPr>
            <a:endParaRPr lang="en-US" sz="1100" dirty="0"/>
          </a:p>
        </p:txBody>
      </p:sp>
      <p:graphicFrame>
        <p:nvGraphicFramePr>
          <p:cNvPr id="16" name="Object 15">
            <a:extLst>
              <a:ext uri="{FF2B5EF4-FFF2-40B4-BE49-F238E27FC236}">
                <a16:creationId xmlns:a16="http://schemas.microsoft.com/office/drawing/2014/main" id="{8FC58A6A-A1F9-4DE4-A402-DC1EE4DF5008}"/>
              </a:ext>
            </a:extLst>
          </p:cNvPr>
          <p:cNvGraphicFramePr>
            <a:graphicFrameLocks noChangeAspect="1"/>
          </p:cNvGraphicFramePr>
          <p:nvPr>
            <p:extLst>
              <p:ext uri="{D42A27DB-BD31-4B8C-83A1-F6EECF244321}">
                <p14:modId xmlns:p14="http://schemas.microsoft.com/office/powerpoint/2010/main" val="1796103335"/>
              </p:ext>
            </p:extLst>
          </p:nvPr>
        </p:nvGraphicFramePr>
        <p:xfrm>
          <a:off x="2299863" y="5273866"/>
          <a:ext cx="914400" cy="771525"/>
        </p:xfrm>
        <a:graphic>
          <a:graphicData uri="http://schemas.openxmlformats.org/presentationml/2006/ole">
            <mc:AlternateContent xmlns:mc="http://schemas.openxmlformats.org/markup-compatibility/2006">
              <mc:Choice xmlns:v="urn:schemas-microsoft-com:vml" Requires="v">
                <p:oleObj name="Document" showAsIcon="1" r:id="rId3" imgW="914400" imgH="771480" progId="Word.Document.12">
                  <p:embed/>
                </p:oleObj>
              </mc:Choice>
              <mc:Fallback>
                <p:oleObj name="Document" showAsIcon="1" r:id="rId3" imgW="914400" imgH="771480" progId="Word.Document.12">
                  <p:embed/>
                  <p:pic>
                    <p:nvPicPr>
                      <p:cNvPr id="16" name="Object 15">
                        <a:extLst>
                          <a:ext uri="{FF2B5EF4-FFF2-40B4-BE49-F238E27FC236}">
                            <a16:creationId xmlns:a16="http://schemas.microsoft.com/office/drawing/2014/main" id="{8FC58A6A-A1F9-4DE4-A402-DC1EE4DF5008}"/>
                          </a:ext>
                        </a:extLst>
                      </p:cNvPr>
                      <p:cNvPicPr/>
                      <p:nvPr/>
                    </p:nvPicPr>
                    <p:blipFill>
                      <a:blip r:embed="rId4"/>
                      <a:stretch>
                        <a:fillRect/>
                      </a:stretch>
                    </p:blipFill>
                    <p:spPr>
                      <a:xfrm>
                        <a:off x="2299863" y="5273866"/>
                        <a:ext cx="914400" cy="771525"/>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1706A063-D1CA-4A97-8E1D-0A97026DC1C2}"/>
              </a:ext>
            </a:extLst>
          </p:cNvPr>
          <p:cNvGraphicFramePr>
            <a:graphicFrameLocks noChangeAspect="1"/>
          </p:cNvGraphicFramePr>
          <p:nvPr>
            <p:extLst>
              <p:ext uri="{D42A27DB-BD31-4B8C-83A1-F6EECF244321}">
                <p14:modId xmlns:p14="http://schemas.microsoft.com/office/powerpoint/2010/main" val="2908450595"/>
              </p:ext>
            </p:extLst>
          </p:nvPr>
        </p:nvGraphicFramePr>
        <p:xfrm>
          <a:off x="3566467" y="5213155"/>
          <a:ext cx="914400" cy="806450"/>
        </p:xfrm>
        <a:graphic>
          <a:graphicData uri="http://schemas.openxmlformats.org/presentationml/2006/ole">
            <mc:AlternateContent xmlns:mc="http://schemas.openxmlformats.org/markup-compatibility/2006">
              <mc:Choice xmlns:v="urn:schemas-microsoft-com:vml" Requires="v">
                <p:oleObj name="PDF Document" showAsIcon="1" r:id="rId5" imgW="914336" imgH="806407" progId="PowerPDF.Document">
                  <p:embed/>
                </p:oleObj>
              </mc:Choice>
              <mc:Fallback>
                <p:oleObj name="PDF Document" showAsIcon="1" r:id="rId5" imgW="914336" imgH="806407" progId="PowerPDF.Document">
                  <p:embed/>
                  <p:pic>
                    <p:nvPicPr>
                      <p:cNvPr id="17" name="Object 16">
                        <a:extLst>
                          <a:ext uri="{FF2B5EF4-FFF2-40B4-BE49-F238E27FC236}">
                            <a16:creationId xmlns:a16="http://schemas.microsoft.com/office/drawing/2014/main" id="{1706A063-D1CA-4A97-8E1D-0A97026DC1C2}"/>
                          </a:ext>
                        </a:extLst>
                      </p:cNvPr>
                      <p:cNvPicPr/>
                      <p:nvPr/>
                    </p:nvPicPr>
                    <p:blipFill>
                      <a:blip r:embed="rId6"/>
                      <a:stretch>
                        <a:fillRect/>
                      </a:stretch>
                    </p:blipFill>
                    <p:spPr>
                      <a:xfrm>
                        <a:off x="3566467" y="5213155"/>
                        <a:ext cx="914400" cy="806450"/>
                      </a:xfrm>
                      <a:prstGeom prst="rect">
                        <a:avLst/>
                      </a:prstGeom>
                    </p:spPr>
                  </p:pic>
                </p:oleObj>
              </mc:Fallback>
            </mc:AlternateContent>
          </a:graphicData>
        </a:graphic>
      </p:graphicFrame>
      <p:sp>
        <p:nvSpPr>
          <p:cNvPr id="18" name="Oval 17">
            <a:extLst>
              <a:ext uri="{FF2B5EF4-FFF2-40B4-BE49-F238E27FC236}">
                <a16:creationId xmlns:a16="http://schemas.microsoft.com/office/drawing/2014/main" id="{0860BDE1-415E-4985-A728-B20C811058A3}"/>
              </a:ext>
            </a:extLst>
          </p:cNvPr>
          <p:cNvSpPr/>
          <p:nvPr/>
        </p:nvSpPr>
        <p:spPr>
          <a:xfrm>
            <a:off x="2128989" y="4972674"/>
            <a:ext cx="2554614" cy="1803735"/>
          </a:xfrm>
          <a:prstGeom prst="ellipse">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083CEC5-A794-4C7C-986C-5BB27FC81777}"/>
              </a:ext>
            </a:extLst>
          </p:cNvPr>
          <p:cNvSpPr/>
          <p:nvPr/>
        </p:nvSpPr>
        <p:spPr>
          <a:xfrm>
            <a:off x="3385138" y="4898217"/>
            <a:ext cx="3168062" cy="1803735"/>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D2BF984-27D3-4D6A-9843-27C81C3693EC}"/>
              </a:ext>
            </a:extLst>
          </p:cNvPr>
          <p:cNvSpPr txBox="1"/>
          <p:nvPr/>
        </p:nvSpPr>
        <p:spPr>
          <a:xfrm>
            <a:off x="3161845" y="5000101"/>
            <a:ext cx="453907" cy="307777"/>
          </a:xfrm>
          <a:prstGeom prst="rect">
            <a:avLst/>
          </a:prstGeom>
          <a:noFill/>
        </p:spPr>
        <p:txBody>
          <a:bodyPr wrap="none" rtlCol="0">
            <a:spAutoFit/>
          </a:bodyPr>
          <a:lstStyle/>
          <a:p>
            <a:r>
              <a:rPr lang="en-US" sz="1400" b="1" dirty="0">
                <a:solidFill>
                  <a:schemeClr val="accent3">
                    <a:lumMod val="75000"/>
                  </a:schemeClr>
                </a:solidFill>
              </a:rPr>
              <a:t>BTS</a:t>
            </a:r>
          </a:p>
        </p:txBody>
      </p:sp>
      <p:sp>
        <p:nvSpPr>
          <p:cNvPr id="21" name="TextBox 20">
            <a:extLst>
              <a:ext uri="{FF2B5EF4-FFF2-40B4-BE49-F238E27FC236}">
                <a16:creationId xmlns:a16="http://schemas.microsoft.com/office/drawing/2014/main" id="{147285A4-50BF-417C-9DAE-AA9E58E8E139}"/>
              </a:ext>
            </a:extLst>
          </p:cNvPr>
          <p:cNvSpPr txBox="1"/>
          <p:nvPr/>
        </p:nvSpPr>
        <p:spPr>
          <a:xfrm>
            <a:off x="3640444" y="5811389"/>
            <a:ext cx="891591" cy="523220"/>
          </a:xfrm>
          <a:prstGeom prst="rect">
            <a:avLst/>
          </a:prstGeom>
          <a:noFill/>
        </p:spPr>
        <p:txBody>
          <a:bodyPr wrap="none" rtlCol="0">
            <a:spAutoFit/>
          </a:bodyPr>
          <a:lstStyle/>
          <a:p>
            <a:pPr algn="ctr"/>
            <a:r>
              <a:rPr lang="en-US" sz="1400" b="1" dirty="0">
                <a:solidFill>
                  <a:schemeClr val="accent3">
                    <a:lumMod val="75000"/>
                  </a:schemeClr>
                </a:solidFill>
              </a:rPr>
              <a:t>BTS </a:t>
            </a:r>
            <a:r>
              <a:rPr lang="en-US" sz="1400" b="1" dirty="0">
                <a:solidFill>
                  <a:schemeClr val="accent1"/>
                </a:solidFill>
              </a:rPr>
              <a:t>&amp; </a:t>
            </a:r>
          </a:p>
          <a:p>
            <a:pPr algn="ctr"/>
            <a:r>
              <a:rPr lang="en-US" sz="1400" b="1" dirty="0">
                <a:solidFill>
                  <a:schemeClr val="accent6">
                    <a:lumMod val="75000"/>
                  </a:schemeClr>
                </a:solidFill>
              </a:rPr>
              <a:t>SUPPLIER</a:t>
            </a:r>
          </a:p>
        </p:txBody>
      </p:sp>
      <p:sp>
        <p:nvSpPr>
          <p:cNvPr id="22" name="TextBox 21">
            <a:extLst>
              <a:ext uri="{FF2B5EF4-FFF2-40B4-BE49-F238E27FC236}">
                <a16:creationId xmlns:a16="http://schemas.microsoft.com/office/drawing/2014/main" id="{6BE1134E-A7BB-45E7-A214-360EE4EA61F3}"/>
              </a:ext>
            </a:extLst>
          </p:cNvPr>
          <p:cNvSpPr txBox="1"/>
          <p:nvPr/>
        </p:nvSpPr>
        <p:spPr>
          <a:xfrm>
            <a:off x="4552067" y="4919280"/>
            <a:ext cx="891591" cy="307777"/>
          </a:xfrm>
          <a:prstGeom prst="rect">
            <a:avLst/>
          </a:prstGeom>
          <a:noFill/>
        </p:spPr>
        <p:txBody>
          <a:bodyPr wrap="none" rtlCol="0">
            <a:spAutoFit/>
          </a:bodyPr>
          <a:lstStyle/>
          <a:p>
            <a:r>
              <a:rPr lang="en-US" sz="1400" b="1" dirty="0">
                <a:solidFill>
                  <a:schemeClr val="accent6">
                    <a:lumMod val="75000"/>
                  </a:schemeClr>
                </a:solidFill>
              </a:rPr>
              <a:t>SUPPLIER</a:t>
            </a:r>
          </a:p>
        </p:txBody>
      </p:sp>
      <p:graphicFrame>
        <p:nvGraphicFramePr>
          <p:cNvPr id="23" name="Object 22">
            <a:extLst>
              <a:ext uri="{FF2B5EF4-FFF2-40B4-BE49-F238E27FC236}">
                <a16:creationId xmlns:a16="http://schemas.microsoft.com/office/drawing/2014/main" id="{E78EAB8B-DC22-4C4D-A38F-55193943D30B}"/>
              </a:ext>
            </a:extLst>
          </p:cNvPr>
          <p:cNvGraphicFramePr>
            <a:graphicFrameLocks noChangeAspect="1"/>
          </p:cNvGraphicFramePr>
          <p:nvPr>
            <p:extLst>
              <p:ext uri="{D42A27DB-BD31-4B8C-83A1-F6EECF244321}">
                <p14:modId xmlns:p14="http://schemas.microsoft.com/office/powerpoint/2010/main" val="3640567547"/>
              </p:ext>
            </p:extLst>
          </p:nvPr>
        </p:nvGraphicFramePr>
        <p:xfrm>
          <a:off x="5503390" y="5213155"/>
          <a:ext cx="914400" cy="771525"/>
        </p:xfrm>
        <a:graphic>
          <a:graphicData uri="http://schemas.openxmlformats.org/presentationml/2006/ole">
            <mc:AlternateContent xmlns:mc="http://schemas.openxmlformats.org/markup-compatibility/2006">
              <mc:Choice xmlns:v="urn:schemas-microsoft-com:vml" Requires="v">
                <p:oleObj name="PDF Document" showAsIcon="1" r:id="rId7" imgW="914448" imgH="771380" progId="PowerPDF.Document">
                  <p:embed/>
                </p:oleObj>
              </mc:Choice>
              <mc:Fallback>
                <p:oleObj name="PDF Document" showAsIcon="1" r:id="rId7" imgW="914448" imgH="771380" progId="PowerPDF.Document">
                  <p:embed/>
                  <p:pic>
                    <p:nvPicPr>
                      <p:cNvPr id="23" name="Object 22">
                        <a:extLst>
                          <a:ext uri="{FF2B5EF4-FFF2-40B4-BE49-F238E27FC236}">
                            <a16:creationId xmlns:a16="http://schemas.microsoft.com/office/drawing/2014/main" id="{E78EAB8B-DC22-4C4D-A38F-55193943D30B}"/>
                          </a:ext>
                        </a:extLst>
                      </p:cNvPr>
                      <p:cNvPicPr/>
                      <p:nvPr/>
                    </p:nvPicPr>
                    <p:blipFill>
                      <a:blip r:embed="rId8"/>
                      <a:stretch>
                        <a:fillRect/>
                      </a:stretch>
                    </p:blipFill>
                    <p:spPr>
                      <a:xfrm>
                        <a:off x="5503390" y="5213155"/>
                        <a:ext cx="914400" cy="77152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1038278D-3B21-45FB-86DE-E70290AFC806}"/>
              </a:ext>
            </a:extLst>
          </p:cNvPr>
          <p:cNvGraphicFramePr>
            <a:graphicFrameLocks noChangeAspect="1"/>
          </p:cNvGraphicFramePr>
          <p:nvPr>
            <p:extLst>
              <p:ext uri="{D42A27DB-BD31-4B8C-83A1-F6EECF244321}">
                <p14:modId xmlns:p14="http://schemas.microsoft.com/office/powerpoint/2010/main" val="3605084059"/>
              </p:ext>
            </p:extLst>
          </p:nvPr>
        </p:nvGraphicFramePr>
        <p:xfrm>
          <a:off x="5545705" y="5796371"/>
          <a:ext cx="914400" cy="771525"/>
        </p:xfrm>
        <a:graphic>
          <a:graphicData uri="http://schemas.openxmlformats.org/presentationml/2006/ole">
            <mc:AlternateContent xmlns:mc="http://schemas.openxmlformats.org/markup-compatibility/2006">
              <mc:Choice xmlns:v="urn:schemas-microsoft-com:vml" Requires="v">
                <p:oleObj name="PDF Document" showAsIcon="1" r:id="rId9" imgW="914448" imgH="771380" progId="PowerPDF.Document">
                  <p:embed/>
                </p:oleObj>
              </mc:Choice>
              <mc:Fallback>
                <p:oleObj name="PDF Document" showAsIcon="1" r:id="rId9" imgW="914448" imgH="771380" progId="PowerPDF.Document">
                  <p:embed/>
                  <p:pic>
                    <p:nvPicPr>
                      <p:cNvPr id="24" name="Object 23">
                        <a:extLst>
                          <a:ext uri="{FF2B5EF4-FFF2-40B4-BE49-F238E27FC236}">
                            <a16:creationId xmlns:a16="http://schemas.microsoft.com/office/drawing/2014/main" id="{1038278D-3B21-45FB-86DE-E70290AFC806}"/>
                          </a:ext>
                        </a:extLst>
                      </p:cNvPr>
                      <p:cNvPicPr/>
                      <p:nvPr/>
                    </p:nvPicPr>
                    <p:blipFill>
                      <a:blip r:embed="rId10"/>
                      <a:stretch>
                        <a:fillRect/>
                      </a:stretch>
                    </p:blipFill>
                    <p:spPr>
                      <a:xfrm>
                        <a:off x="5545705" y="5796371"/>
                        <a:ext cx="914400" cy="771525"/>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D23B5A5F-0A75-441C-BACF-5004BBC2BBE5}"/>
              </a:ext>
            </a:extLst>
          </p:cNvPr>
          <p:cNvGraphicFramePr>
            <a:graphicFrameLocks noChangeAspect="1"/>
          </p:cNvGraphicFramePr>
          <p:nvPr>
            <p:extLst>
              <p:ext uri="{D42A27DB-BD31-4B8C-83A1-F6EECF244321}">
                <p14:modId xmlns:p14="http://schemas.microsoft.com/office/powerpoint/2010/main" val="3387570496"/>
              </p:ext>
            </p:extLst>
          </p:nvPr>
        </p:nvGraphicFramePr>
        <p:xfrm>
          <a:off x="4717515" y="5179366"/>
          <a:ext cx="914400" cy="771525"/>
        </p:xfrm>
        <a:graphic>
          <a:graphicData uri="http://schemas.openxmlformats.org/presentationml/2006/ole">
            <mc:AlternateContent xmlns:mc="http://schemas.openxmlformats.org/markup-compatibility/2006">
              <mc:Choice xmlns:v="urn:schemas-microsoft-com:vml" Requires="v">
                <p:oleObj name="PDF Document" showAsIcon="1" r:id="rId11" imgW="914448" imgH="771380" progId="PowerPDF.Document">
                  <p:embed/>
                </p:oleObj>
              </mc:Choice>
              <mc:Fallback>
                <p:oleObj name="PDF Document" showAsIcon="1" r:id="rId11" imgW="914448" imgH="771380" progId="PowerPDF.Document">
                  <p:embed/>
                  <p:pic>
                    <p:nvPicPr>
                      <p:cNvPr id="25" name="Object 24">
                        <a:extLst>
                          <a:ext uri="{FF2B5EF4-FFF2-40B4-BE49-F238E27FC236}">
                            <a16:creationId xmlns:a16="http://schemas.microsoft.com/office/drawing/2014/main" id="{D23B5A5F-0A75-441C-BACF-5004BBC2BBE5}"/>
                          </a:ext>
                        </a:extLst>
                      </p:cNvPr>
                      <p:cNvPicPr/>
                      <p:nvPr/>
                    </p:nvPicPr>
                    <p:blipFill>
                      <a:blip r:embed="rId12"/>
                      <a:stretch>
                        <a:fillRect/>
                      </a:stretch>
                    </p:blipFill>
                    <p:spPr>
                      <a:xfrm>
                        <a:off x="4717515" y="5179366"/>
                        <a:ext cx="914400" cy="771525"/>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B4AF044A-07D5-4022-A173-00E0837315EF}"/>
              </a:ext>
            </a:extLst>
          </p:cNvPr>
          <p:cNvGraphicFramePr>
            <a:graphicFrameLocks noChangeAspect="1"/>
          </p:cNvGraphicFramePr>
          <p:nvPr>
            <p:extLst>
              <p:ext uri="{D42A27DB-BD31-4B8C-83A1-F6EECF244321}">
                <p14:modId xmlns:p14="http://schemas.microsoft.com/office/powerpoint/2010/main" val="1893739984"/>
              </p:ext>
            </p:extLst>
          </p:nvPr>
        </p:nvGraphicFramePr>
        <p:xfrm>
          <a:off x="4748871" y="5863399"/>
          <a:ext cx="914400" cy="771525"/>
        </p:xfrm>
        <a:graphic>
          <a:graphicData uri="http://schemas.openxmlformats.org/presentationml/2006/ole">
            <mc:AlternateContent xmlns:mc="http://schemas.openxmlformats.org/markup-compatibility/2006">
              <mc:Choice xmlns:v="urn:schemas-microsoft-com:vml" Requires="v">
                <p:oleObj name="PDF Document" showAsIcon="1" r:id="rId13" imgW="914448" imgH="771380" progId="PowerPDF.Document">
                  <p:embed/>
                </p:oleObj>
              </mc:Choice>
              <mc:Fallback>
                <p:oleObj name="PDF Document" showAsIcon="1" r:id="rId13" imgW="914448" imgH="771380" progId="PowerPDF.Document">
                  <p:embed/>
                  <p:pic>
                    <p:nvPicPr>
                      <p:cNvPr id="26" name="Object 25">
                        <a:extLst>
                          <a:ext uri="{FF2B5EF4-FFF2-40B4-BE49-F238E27FC236}">
                            <a16:creationId xmlns:a16="http://schemas.microsoft.com/office/drawing/2014/main" id="{B4AF044A-07D5-4022-A173-00E0837315EF}"/>
                          </a:ext>
                        </a:extLst>
                      </p:cNvPr>
                      <p:cNvPicPr/>
                      <p:nvPr/>
                    </p:nvPicPr>
                    <p:blipFill>
                      <a:blip r:embed="rId14"/>
                      <a:stretch>
                        <a:fillRect/>
                      </a:stretch>
                    </p:blipFill>
                    <p:spPr>
                      <a:xfrm>
                        <a:off x="4748871" y="5863399"/>
                        <a:ext cx="914400" cy="771525"/>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421EC47F-77A8-4969-8CB0-5D049F51D8FF}"/>
              </a:ext>
            </a:extLst>
          </p:cNvPr>
          <p:cNvGraphicFramePr>
            <a:graphicFrameLocks noChangeAspect="1"/>
          </p:cNvGraphicFramePr>
          <p:nvPr>
            <p:extLst>
              <p:ext uri="{D42A27DB-BD31-4B8C-83A1-F6EECF244321}">
                <p14:modId xmlns:p14="http://schemas.microsoft.com/office/powerpoint/2010/main" val="93487884"/>
              </p:ext>
            </p:extLst>
          </p:nvPr>
        </p:nvGraphicFramePr>
        <p:xfrm>
          <a:off x="2370482" y="5811389"/>
          <a:ext cx="914400" cy="771525"/>
        </p:xfrm>
        <a:graphic>
          <a:graphicData uri="http://schemas.openxmlformats.org/presentationml/2006/ole">
            <mc:AlternateContent xmlns:mc="http://schemas.openxmlformats.org/markup-compatibility/2006">
              <mc:Choice xmlns:v="urn:schemas-microsoft-com:vml" Requires="v">
                <p:oleObj name="PDF Document" showAsIcon="1" r:id="rId15" imgW="914448" imgH="771380" progId="PowerPDF.Document">
                  <p:embed/>
                </p:oleObj>
              </mc:Choice>
              <mc:Fallback>
                <p:oleObj name="PDF Document" showAsIcon="1" r:id="rId15" imgW="914448" imgH="771380" progId="PowerPDF.Document">
                  <p:embed/>
                  <p:pic>
                    <p:nvPicPr>
                      <p:cNvPr id="27" name="Object 26">
                        <a:extLst>
                          <a:ext uri="{FF2B5EF4-FFF2-40B4-BE49-F238E27FC236}">
                            <a16:creationId xmlns:a16="http://schemas.microsoft.com/office/drawing/2014/main" id="{421EC47F-77A8-4969-8CB0-5D049F51D8FF}"/>
                          </a:ext>
                        </a:extLst>
                      </p:cNvPr>
                      <p:cNvPicPr/>
                      <p:nvPr/>
                    </p:nvPicPr>
                    <p:blipFill>
                      <a:blip r:embed="rId16"/>
                      <a:stretch>
                        <a:fillRect/>
                      </a:stretch>
                    </p:blipFill>
                    <p:spPr>
                      <a:xfrm>
                        <a:off x="2370482" y="5811389"/>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1573814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F8D39DC1FB6043A8B13CEE512AE8A1" ma:contentTypeVersion="0" ma:contentTypeDescription="Create a new document." ma:contentTypeScope="" ma:versionID="9d1f85a73abde72a6936f6f081e7beda">
  <xsd:schema xmlns:xsd="http://www.w3.org/2001/XMLSchema" xmlns:xs="http://www.w3.org/2001/XMLSchema" xmlns:p="http://schemas.microsoft.com/office/2006/metadata/properties" targetNamespace="http://schemas.microsoft.com/office/2006/metadata/properties" ma:root="true" ma:fieldsID="06e0e3112098b4d1518554ee266199a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2C2230-0A50-4FBD-B710-0F5F390F5E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3228A59-CF03-4A63-8FBF-E62F760E5CFD}">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EC1C4667-689B-4ADA-A5C1-1D6FEF7C98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7827</TotalTime>
  <Words>1124</Words>
  <Application>Microsoft Office PowerPoint</Application>
  <PresentationFormat>On-screen Show (4:3)</PresentationFormat>
  <Paragraphs>117</Paragraphs>
  <Slides>4</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4</vt:i4>
      </vt:variant>
    </vt:vector>
  </HeadingPairs>
  <TitlesOfParts>
    <vt:vector size="9" baseType="lpstr">
      <vt:lpstr>Arial</vt:lpstr>
      <vt:lpstr>Calibri</vt:lpstr>
      <vt:lpstr>Office Theme</vt:lpstr>
      <vt:lpstr>Document</vt:lpstr>
      <vt:lpstr>PDF Document</vt:lpstr>
      <vt:lpstr>PowerPoint Presentation</vt:lpstr>
      <vt:lpstr>PowerPoint Presentation</vt:lpstr>
      <vt:lpstr>PowerPoint Presentation</vt:lpstr>
      <vt:lpstr>PowerPoint Presentation</vt:lpstr>
    </vt:vector>
  </TitlesOfParts>
  <Company>AbbVie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Wieners, Lauren M</dc:creator>
  <cp:lastModifiedBy>Barberson, Olivia</cp:lastModifiedBy>
  <cp:revision>43</cp:revision>
  <cp:lastPrinted>2021-08-12T16:36:53Z</cp:lastPrinted>
  <dcterms:created xsi:type="dcterms:W3CDTF">2019-02-21T19:58:59Z</dcterms:created>
  <dcterms:modified xsi:type="dcterms:W3CDTF">2023-10-11T16:59:39Z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0x010100EBF8D39DC1FB6043A8B13CEE512AE8A1</vt:lpwstr>
  </property>
</Properties>
</file>